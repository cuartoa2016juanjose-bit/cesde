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7" roundtripDataSignature="AMtx7mjl26HAds34L7TOPPH0HRm/ueGk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35" name="Google Shape;13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42" name="Google Shape;14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51" name="Google Shape;1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59" name="Google Shape;1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68" name="Google Shape;16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77" name="Google Shape;17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85" name="Google Shape;18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94" name="Google Shape;19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03" name="Google Shape;20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11" name="Google Shape;21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19" name="Google Shape;21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28" name="Google Shape;22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37" name="Google Shape;23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45" name="Google Shape;24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54" name="Google Shape;25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62" name="Google Shape;26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70" name="Google Shape;27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79" name="Google Shape;27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87" name="Google Shape;28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95" name="Google Shape;29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03" name="Google Shape;3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subtítulo">
  <p:cSld name="Título y subtítulo">
    <p:bg>
      <p:bgPr>
        <a:gradFill>
          <a:gsLst>
            <a:gs pos="0">
              <a:schemeClr val="accent4"/>
            </a:gs>
            <a:gs pos="8000">
              <a:srgbClr val="0342DE"/>
            </a:gs>
            <a:gs pos="27000">
              <a:schemeClr val="dk1"/>
            </a:gs>
            <a:gs pos="81000">
              <a:srgbClr val="4A017E"/>
            </a:gs>
            <a:gs pos="93000">
              <a:schemeClr val="dk2"/>
            </a:gs>
            <a:gs pos="99000">
              <a:srgbClr val="FDB7FD"/>
            </a:gs>
            <a:gs pos="100000">
              <a:srgbClr val="FDB7FD"/>
            </a:gs>
          </a:gsLst>
          <a:lin ang="12600000" scaled="0"/>
        </a:gradFill>
      </p:bgPr>
    </p:bg>
    <p:spTree>
      <p:nvGrpSpPr>
        <p:cNvPr id="15" name="Shape 15"/>
        <p:cNvGrpSpPr/>
        <p:nvPr/>
      </p:nvGrpSpPr>
      <p:grpSpPr>
        <a:xfrm>
          <a:off x="0" y="0"/>
          <a:ext cx="0" cy="0"/>
          <a:chOff x="0" y="0"/>
          <a:chExt cx="0" cy="0"/>
        </a:xfrm>
      </p:grpSpPr>
      <p:pic>
        <p:nvPicPr>
          <p:cNvPr id="16" name="Google Shape;16;p23"/>
          <p:cNvPicPr preferRelativeResize="0"/>
          <p:nvPr/>
        </p:nvPicPr>
        <p:blipFill rotWithShape="1">
          <a:blip r:embed="rId2">
            <a:alphaModFix/>
          </a:blip>
          <a:srcRect b="0" l="0" r="0" t="0"/>
          <a:stretch/>
        </p:blipFill>
        <p:spPr>
          <a:xfrm>
            <a:off x="3" y="1"/>
            <a:ext cx="12192003" cy="6857999"/>
          </a:xfrm>
          <a:prstGeom prst="rect">
            <a:avLst/>
          </a:prstGeom>
          <a:noFill/>
          <a:ln>
            <a:noFill/>
          </a:ln>
        </p:spPr>
      </p:pic>
      <p:sp>
        <p:nvSpPr>
          <p:cNvPr id="17" name="Google Shape;17;p23"/>
          <p:cNvSpPr txBox="1"/>
          <p:nvPr>
            <p:ph type="title"/>
          </p:nvPr>
        </p:nvSpPr>
        <p:spPr>
          <a:xfrm>
            <a:off x="0" y="304799"/>
            <a:ext cx="12191998" cy="3215641"/>
          </a:xfrm>
          <a:prstGeom prst="rect">
            <a:avLst/>
          </a:prstGeom>
          <a:noFill/>
          <a:ln>
            <a:noFill/>
          </a:ln>
        </p:spPr>
        <p:txBody>
          <a:bodyPr anchorCtr="0" anchor="b" bIns="0" lIns="0" spcFirstLastPara="1" rIns="0" wrap="square" tIns="45700">
            <a:noAutofit/>
          </a:bodyPr>
          <a:lstStyle>
            <a:lvl1pPr lvl="0" algn="ctr">
              <a:lnSpc>
                <a:spcPct val="90000"/>
              </a:lnSpc>
              <a:spcBef>
                <a:spcPts val="0"/>
              </a:spcBef>
              <a:spcAft>
                <a:spcPts val="0"/>
              </a:spcAft>
              <a:buClr>
                <a:srgbClr val="1BDEF5"/>
              </a:buClr>
              <a:buSzPts val="6000"/>
              <a:buFont typeface="Arial"/>
              <a:buNone/>
              <a:defRPr sz="60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3"/>
          <p:cNvSpPr txBox="1"/>
          <p:nvPr>
            <p:ph idx="1" type="subTitle"/>
          </p:nvPr>
        </p:nvSpPr>
        <p:spPr>
          <a:xfrm>
            <a:off x="3" y="3670628"/>
            <a:ext cx="12191997" cy="257777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accent3"/>
              </a:buClr>
              <a:buSzPts val="3200"/>
              <a:buNone/>
              <a:defRPr b="0" i="0" sz="3200" cap="none">
                <a:solidFill>
                  <a:schemeClr val="accent3"/>
                </a:solidFill>
                <a:latin typeface="Arial"/>
                <a:ea typeface="Arial"/>
                <a:cs typeface="Arial"/>
                <a:sym typeface="Aria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bg>
      <p:bgPr>
        <a:gradFill>
          <a:gsLst>
            <a:gs pos="0">
              <a:schemeClr val="accent4"/>
            </a:gs>
            <a:gs pos="14000">
              <a:srgbClr val="0342DE"/>
            </a:gs>
            <a:gs pos="31000">
              <a:srgbClr val="02090E"/>
            </a:gs>
            <a:gs pos="79000">
              <a:schemeClr val="accent6"/>
            </a:gs>
            <a:gs pos="100000">
              <a:schemeClr val="dk2"/>
            </a:gs>
          </a:gsLst>
          <a:lin ang="5400000" scaled="0"/>
        </a:gradFill>
      </p:bgPr>
    </p:bg>
    <p:spTree>
      <p:nvGrpSpPr>
        <p:cNvPr id="19" name="Shape 19"/>
        <p:cNvGrpSpPr/>
        <p:nvPr/>
      </p:nvGrpSpPr>
      <p:grpSpPr>
        <a:xfrm>
          <a:off x="0" y="0"/>
          <a:ext cx="0" cy="0"/>
          <a:chOff x="0" y="0"/>
          <a:chExt cx="0" cy="0"/>
        </a:xfrm>
      </p:grpSpPr>
      <p:sp>
        <p:nvSpPr>
          <p:cNvPr id="20" name="Google Shape;20;p24"/>
          <p:cNvSpPr/>
          <p:nvPr/>
        </p:nvSpPr>
        <p:spPr>
          <a:xfrm>
            <a:off x="2" y="1"/>
            <a:ext cx="12191997" cy="6857998"/>
          </a:xfrm>
          <a:prstGeom prst="rect">
            <a:avLst/>
          </a:prstGeom>
          <a:gradFill>
            <a:gsLst>
              <a:gs pos="0">
                <a:srgbClr val="1A012C"/>
              </a:gs>
              <a:gs pos="45000">
                <a:srgbClr val="1A012C">
                  <a:alpha val="49803"/>
                </a:srgbClr>
              </a:gs>
              <a:gs pos="100000">
                <a:srgbClr val="4A017E">
                  <a:alpha val="49803"/>
                </a:srgbClr>
              </a:gs>
            </a:gsLst>
            <a:path path="circle">
              <a:fillToRect b="50%" l="50%" r="50%" t="50%"/>
            </a:path>
            <a:tileRect/>
          </a:gradFill>
          <a:ln cap="flat" cmpd="sng" w="12700">
            <a:solidFill>
              <a:srgbClr val="69662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 name="Google Shape;21;p24"/>
          <p:cNvSpPr/>
          <p:nvPr/>
        </p:nvSpPr>
        <p:spPr>
          <a:xfrm>
            <a:off x="1" y="-6350"/>
            <a:ext cx="6096000" cy="686435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Google Shape;22;p24"/>
          <p:cNvSpPr txBox="1"/>
          <p:nvPr>
            <p:ph type="title"/>
          </p:nvPr>
        </p:nvSpPr>
        <p:spPr>
          <a:xfrm>
            <a:off x="799891" y="511762"/>
            <a:ext cx="4960830" cy="278515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2400"/>
              <a:buFont typeface="Arial"/>
              <a:buNone/>
              <a:defRPr sz="2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4"/>
          <p:cNvSpPr txBox="1"/>
          <p:nvPr>
            <p:ph idx="1" type="subTitle"/>
          </p:nvPr>
        </p:nvSpPr>
        <p:spPr>
          <a:xfrm>
            <a:off x="802640" y="3484615"/>
            <a:ext cx="4958081" cy="2387865"/>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rgbClr val="1BDEF5"/>
              </a:buClr>
              <a:buSzPts val="3200"/>
              <a:buNone/>
              <a:defRPr b="0" i="0" sz="3200" cap="none">
                <a:solidFill>
                  <a:srgbClr val="1BDEF5"/>
                </a:solidFill>
                <a:latin typeface="Arial"/>
                <a:ea typeface="Arial"/>
                <a:cs typeface="Arial"/>
                <a:sym typeface="Aria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24"/>
          <p:cNvSpPr/>
          <p:nvPr>
            <p:ph idx="2" type="pic"/>
          </p:nvPr>
        </p:nvSpPr>
        <p:spPr>
          <a:xfrm>
            <a:off x="6497638" y="336550"/>
            <a:ext cx="5322887" cy="6184900"/>
          </a:xfrm>
          <a:prstGeom prst="rect">
            <a:avLst/>
          </a:prstGeom>
          <a:noFill/>
          <a:ln>
            <a:noFill/>
          </a:ln>
        </p:spPr>
      </p:sp>
      <p:sp>
        <p:nvSpPr>
          <p:cNvPr id="25" name="Google Shape;25;p24"/>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4"/>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chemeClr val="lt1"/>
                </a:solidFill>
                <a:latin typeface="Arial"/>
                <a:ea typeface="Arial"/>
                <a:cs typeface="Arial"/>
                <a:sym typeface="Arial"/>
              </a:defRPr>
            </a:lvl1pPr>
            <a:lvl2pPr indent="0" lvl="1" marL="0" marR="0" algn="r">
              <a:spcBef>
                <a:spcPts val="0"/>
              </a:spcBef>
              <a:buNone/>
              <a:defRPr b="0" i="0" sz="1200" u="none" cap="none" strike="noStrike">
                <a:solidFill>
                  <a:schemeClr val="lt1"/>
                </a:solidFill>
                <a:latin typeface="Arial"/>
                <a:ea typeface="Arial"/>
                <a:cs typeface="Arial"/>
                <a:sym typeface="Arial"/>
              </a:defRPr>
            </a:lvl2pPr>
            <a:lvl3pPr indent="0" lvl="2" marL="0" marR="0" algn="r">
              <a:spcBef>
                <a:spcPts val="0"/>
              </a:spcBef>
              <a:buNone/>
              <a:defRPr b="0" i="0" sz="1200" u="none" cap="none" strike="noStrike">
                <a:solidFill>
                  <a:schemeClr val="lt1"/>
                </a:solidFill>
                <a:latin typeface="Arial"/>
                <a:ea typeface="Arial"/>
                <a:cs typeface="Arial"/>
                <a:sym typeface="Arial"/>
              </a:defRPr>
            </a:lvl3pPr>
            <a:lvl4pPr indent="0" lvl="3" marL="0" marR="0" algn="r">
              <a:spcBef>
                <a:spcPts val="0"/>
              </a:spcBef>
              <a:buNone/>
              <a:defRPr b="0" i="0" sz="1200" u="none" cap="none" strike="noStrike">
                <a:solidFill>
                  <a:schemeClr val="lt1"/>
                </a:solidFill>
                <a:latin typeface="Arial"/>
                <a:ea typeface="Arial"/>
                <a:cs typeface="Arial"/>
                <a:sym typeface="Arial"/>
              </a:defRPr>
            </a:lvl4pPr>
            <a:lvl5pPr indent="0" lvl="4" marL="0" marR="0" algn="r">
              <a:spcBef>
                <a:spcPts val="0"/>
              </a:spcBef>
              <a:buNone/>
              <a:defRPr b="0" i="0" sz="1200" u="none" cap="none" strike="noStrike">
                <a:solidFill>
                  <a:schemeClr val="lt1"/>
                </a:solidFill>
                <a:latin typeface="Arial"/>
                <a:ea typeface="Arial"/>
                <a:cs typeface="Arial"/>
                <a:sym typeface="Arial"/>
              </a:defRPr>
            </a:lvl5pPr>
            <a:lvl6pPr indent="0" lvl="5" marL="0" marR="0" algn="r">
              <a:spcBef>
                <a:spcPts val="0"/>
              </a:spcBef>
              <a:buNone/>
              <a:defRPr b="0" i="0" sz="1200" u="none" cap="none" strike="noStrike">
                <a:solidFill>
                  <a:schemeClr val="lt1"/>
                </a:solidFill>
                <a:latin typeface="Arial"/>
                <a:ea typeface="Arial"/>
                <a:cs typeface="Arial"/>
                <a:sym typeface="Arial"/>
              </a:defRPr>
            </a:lvl6pPr>
            <a:lvl7pPr indent="0" lvl="6" marL="0" marR="0" algn="r">
              <a:spcBef>
                <a:spcPts val="0"/>
              </a:spcBef>
              <a:buNone/>
              <a:defRPr b="0" i="0" sz="1200" u="none" cap="none" strike="noStrike">
                <a:solidFill>
                  <a:schemeClr val="lt1"/>
                </a:solidFill>
                <a:latin typeface="Arial"/>
                <a:ea typeface="Arial"/>
                <a:cs typeface="Arial"/>
                <a:sym typeface="Arial"/>
              </a:defRPr>
            </a:lvl7pPr>
            <a:lvl8pPr indent="0" lvl="7" marL="0" marR="0" algn="r">
              <a:spcBef>
                <a:spcPts val="0"/>
              </a:spcBef>
              <a:buNone/>
              <a:defRPr b="0" i="0" sz="1200" u="none" cap="none" strike="noStrike">
                <a:solidFill>
                  <a:schemeClr val="lt1"/>
                </a:solidFill>
                <a:latin typeface="Arial"/>
                <a:ea typeface="Arial"/>
                <a:cs typeface="Arial"/>
                <a:sym typeface="Arial"/>
              </a:defRPr>
            </a:lvl8pPr>
            <a:lvl9pPr indent="0" lvl="8" marL="0" marR="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ítulo y 2 columnas">
  <p:cSld name="4_Título y 2 columnas">
    <p:bg>
      <p:bgPr>
        <a:gradFill>
          <a:gsLst>
            <a:gs pos="0">
              <a:schemeClr val="accent4"/>
            </a:gs>
            <a:gs pos="14000">
              <a:srgbClr val="0342DE"/>
            </a:gs>
            <a:gs pos="31000">
              <a:srgbClr val="02090E"/>
            </a:gs>
            <a:gs pos="81000">
              <a:schemeClr val="accent6"/>
            </a:gs>
            <a:gs pos="100000">
              <a:schemeClr val="dk2"/>
            </a:gs>
          </a:gsLst>
          <a:lin ang="12600000" scaled="0"/>
        </a:gradFill>
      </p:bgPr>
    </p:bg>
    <p:spTree>
      <p:nvGrpSpPr>
        <p:cNvPr id="27" name="Shape 27"/>
        <p:cNvGrpSpPr/>
        <p:nvPr/>
      </p:nvGrpSpPr>
      <p:grpSpPr>
        <a:xfrm>
          <a:off x="0" y="0"/>
          <a:ext cx="0" cy="0"/>
          <a:chOff x="0" y="0"/>
          <a:chExt cx="0" cy="0"/>
        </a:xfrm>
      </p:grpSpPr>
      <p:sp>
        <p:nvSpPr>
          <p:cNvPr id="28" name="Google Shape;28;p25"/>
          <p:cNvSpPr/>
          <p:nvPr/>
        </p:nvSpPr>
        <p:spPr>
          <a:xfrm>
            <a:off x="321869" y="343814"/>
            <a:ext cx="11550701" cy="6210605"/>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 name="Google Shape;29;p25"/>
          <p:cNvSpPr txBox="1"/>
          <p:nvPr>
            <p:ph type="title"/>
          </p:nvPr>
        </p:nvSpPr>
        <p:spPr>
          <a:xfrm>
            <a:off x="321869" y="579120"/>
            <a:ext cx="11548261" cy="2733306"/>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3200"/>
              <a:buFont typeface="Arial"/>
              <a:buNone/>
              <a:defRPr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5"/>
          <p:cNvSpPr txBox="1"/>
          <p:nvPr>
            <p:ph idx="1" type="subTitle"/>
          </p:nvPr>
        </p:nvSpPr>
        <p:spPr>
          <a:xfrm>
            <a:off x="321868" y="3484615"/>
            <a:ext cx="11562303" cy="2387865"/>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rgbClr val="1BDEF5"/>
              </a:buClr>
              <a:buSzPts val="6000"/>
              <a:buNone/>
              <a:defRPr b="0" i="0" sz="6000" cap="none">
                <a:solidFill>
                  <a:srgbClr val="1BDEF5"/>
                </a:solidFill>
                <a:latin typeface="Arial"/>
                <a:ea typeface="Arial"/>
                <a:cs typeface="Arial"/>
                <a:sym typeface="Aria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 name="Google Shape;31;p25"/>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chemeClr val="lt1"/>
                </a:solidFill>
                <a:latin typeface="Arial"/>
                <a:ea typeface="Arial"/>
                <a:cs typeface="Arial"/>
                <a:sym typeface="Arial"/>
              </a:defRPr>
            </a:lvl1pPr>
            <a:lvl2pPr indent="0" lvl="1" marL="0" marR="0" algn="r">
              <a:spcBef>
                <a:spcPts val="0"/>
              </a:spcBef>
              <a:buNone/>
              <a:defRPr b="0" i="0" sz="1200" u="none" cap="none" strike="noStrike">
                <a:solidFill>
                  <a:schemeClr val="lt1"/>
                </a:solidFill>
                <a:latin typeface="Arial"/>
                <a:ea typeface="Arial"/>
                <a:cs typeface="Arial"/>
                <a:sym typeface="Arial"/>
              </a:defRPr>
            </a:lvl2pPr>
            <a:lvl3pPr indent="0" lvl="2" marL="0" marR="0" algn="r">
              <a:spcBef>
                <a:spcPts val="0"/>
              </a:spcBef>
              <a:buNone/>
              <a:defRPr b="0" i="0" sz="1200" u="none" cap="none" strike="noStrike">
                <a:solidFill>
                  <a:schemeClr val="lt1"/>
                </a:solidFill>
                <a:latin typeface="Arial"/>
                <a:ea typeface="Arial"/>
                <a:cs typeface="Arial"/>
                <a:sym typeface="Arial"/>
              </a:defRPr>
            </a:lvl3pPr>
            <a:lvl4pPr indent="0" lvl="3" marL="0" marR="0" algn="r">
              <a:spcBef>
                <a:spcPts val="0"/>
              </a:spcBef>
              <a:buNone/>
              <a:defRPr b="0" i="0" sz="1200" u="none" cap="none" strike="noStrike">
                <a:solidFill>
                  <a:schemeClr val="lt1"/>
                </a:solidFill>
                <a:latin typeface="Arial"/>
                <a:ea typeface="Arial"/>
                <a:cs typeface="Arial"/>
                <a:sym typeface="Arial"/>
              </a:defRPr>
            </a:lvl4pPr>
            <a:lvl5pPr indent="0" lvl="4" marL="0" marR="0" algn="r">
              <a:spcBef>
                <a:spcPts val="0"/>
              </a:spcBef>
              <a:buNone/>
              <a:defRPr b="0" i="0" sz="1200" u="none" cap="none" strike="noStrike">
                <a:solidFill>
                  <a:schemeClr val="lt1"/>
                </a:solidFill>
                <a:latin typeface="Arial"/>
                <a:ea typeface="Arial"/>
                <a:cs typeface="Arial"/>
                <a:sym typeface="Arial"/>
              </a:defRPr>
            </a:lvl5pPr>
            <a:lvl6pPr indent="0" lvl="5" marL="0" marR="0" algn="r">
              <a:spcBef>
                <a:spcPts val="0"/>
              </a:spcBef>
              <a:buNone/>
              <a:defRPr b="0" i="0" sz="1200" u="none" cap="none" strike="noStrike">
                <a:solidFill>
                  <a:schemeClr val="lt1"/>
                </a:solidFill>
                <a:latin typeface="Arial"/>
                <a:ea typeface="Arial"/>
                <a:cs typeface="Arial"/>
                <a:sym typeface="Arial"/>
              </a:defRPr>
            </a:lvl6pPr>
            <a:lvl7pPr indent="0" lvl="6" marL="0" marR="0" algn="r">
              <a:spcBef>
                <a:spcPts val="0"/>
              </a:spcBef>
              <a:buNone/>
              <a:defRPr b="0" i="0" sz="1200" u="none" cap="none" strike="noStrike">
                <a:solidFill>
                  <a:schemeClr val="lt1"/>
                </a:solidFill>
                <a:latin typeface="Arial"/>
                <a:ea typeface="Arial"/>
                <a:cs typeface="Arial"/>
                <a:sym typeface="Arial"/>
              </a:defRPr>
            </a:lvl7pPr>
            <a:lvl8pPr indent="0" lvl="7" marL="0" marR="0" algn="r">
              <a:spcBef>
                <a:spcPts val="0"/>
              </a:spcBef>
              <a:buNone/>
              <a:defRPr b="0" i="0" sz="1200" u="none" cap="none" strike="noStrike">
                <a:solidFill>
                  <a:schemeClr val="lt1"/>
                </a:solidFill>
                <a:latin typeface="Arial"/>
                <a:ea typeface="Arial"/>
                <a:cs typeface="Arial"/>
                <a:sym typeface="Arial"/>
              </a:defRPr>
            </a:lvl8pPr>
            <a:lvl9pPr indent="0" lvl="8" marL="0" marR="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ítulo y 2 columnas">
  <p:cSld name="7_Título y 2 columnas">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33" name="Shape 33"/>
        <p:cNvGrpSpPr/>
        <p:nvPr/>
      </p:nvGrpSpPr>
      <p:grpSpPr>
        <a:xfrm>
          <a:off x="0" y="0"/>
          <a:ext cx="0" cy="0"/>
          <a:chOff x="0" y="0"/>
          <a:chExt cx="0" cy="0"/>
        </a:xfrm>
      </p:grpSpPr>
      <p:grpSp>
        <p:nvGrpSpPr>
          <p:cNvPr id="34" name="Google Shape;34;p26"/>
          <p:cNvGrpSpPr/>
          <p:nvPr/>
        </p:nvGrpSpPr>
        <p:grpSpPr>
          <a:xfrm>
            <a:off x="-1" y="-6350"/>
            <a:ext cx="12192000" cy="6864350"/>
            <a:chOff x="-1" y="-6350"/>
            <a:chExt cx="12192000" cy="6864350"/>
          </a:xfrm>
        </p:grpSpPr>
        <p:sp>
          <p:nvSpPr>
            <p:cNvPr id="35" name="Google Shape;35;p26"/>
            <p:cNvSpPr/>
            <p:nvPr/>
          </p:nvSpPr>
          <p:spPr>
            <a:xfrm>
              <a:off x="1428750" y="-6350"/>
              <a:ext cx="10763249" cy="686435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descr="Espiral azul y púrpura&#10;&#10;Descripción generada automáticamente" id="36" name="Google Shape;36;p26"/>
            <p:cNvPicPr preferRelativeResize="0"/>
            <p:nvPr/>
          </p:nvPicPr>
          <p:blipFill rotWithShape="1">
            <a:blip r:embed="rId2">
              <a:alphaModFix/>
            </a:blip>
            <a:srcRect b="-92" l="0" r="0" t="0"/>
            <a:stretch/>
          </p:blipFill>
          <p:spPr>
            <a:xfrm flipH="1">
              <a:off x="-1" y="0"/>
              <a:ext cx="1428751" cy="6858000"/>
            </a:xfrm>
            <a:prstGeom prst="rect">
              <a:avLst/>
            </a:prstGeom>
            <a:noFill/>
            <a:ln>
              <a:noFill/>
            </a:ln>
          </p:spPr>
        </p:pic>
        <p:grpSp>
          <p:nvGrpSpPr>
            <p:cNvPr id="37" name="Google Shape;37;p26"/>
            <p:cNvGrpSpPr/>
            <p:nvPr/>
          </p:nvGrpSpPr>
          <p:grpSpPr>
            <a:xfrm>
              <a:off x="10649689" y="4382998"/>
              <a:ext cx="754139" cy="1865729"/>
              <a:chOff x="653351" y="2693558"/>
              <a:chExt cx="754139" cy="1865729"/>
            </a:xfrm>
          </p:grpSpPr>
          <p:sp>
            <p:nvSpPr>
              <p:cNvPr id="38" name="Google Shape;38;p26"/>
              <p:cNvSpPr/>
              <p:nvPr/>
            </p:nvSpPr>
            <p:spPr>
              <a:xfrm>
                <a:off x="1098137" y="2693558"/>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 name="Google Shape;39;p26"/>
              <p:cNvSpPr/>
              <p:nvPr/>
            </p:nvSpPr>
            <p:spPr>
              <a:xfrm>
                <a:off x="1306906" y="3837599"/>
                <a:ext cx="100584" cy="100584"/>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 name="Google Shape;40;p26"/>
              <p:cNvSpPr/>
              <p:nvPr/>
            </p:nvSpPr>
            <p:spPr>
              <a:xfrm>
                <a:off x="653351" y="4521502"/>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grpSp>
          <p:nvGrpSpPr>
            <p:cNvPr id="41" name="Google Shape;41;p26"/>
            <p:cNvGrpSpPr/>
            <p:nvPr/>
          </p:nvGrpSpPr>
          <p:grpSpPr>
            <a:xfrm>
              <a:off x="1870859" y="869908"/>
              <a:ext cx="431603" cy="412684"/>
              <a:chOff x="1870859" y="869908"/>
              <a:chExt cx="431603" cy="412684"/>
            </a:xfrm>
          </p:grpSpPr>
          <p:sp>
            <p:nvSpPr>
              <p:cNvPr id="42" name="Google Shape;42;p26"/>
              <p:cNvSpPr/>
              <p:nvPr/>
            </p:nvSpPr>
            <p:spPr>
              <a:xfrm rot="10800000">
                <a:off x="1870859" y="1154576"/>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 name="Google Shape;43;p26"/>
              <p:cNvSpPr/>
              <p:nvPr/>
            </p:nvSpPr>
            <p:spPr>
              <a:xfrm>
                <a:off x="2256743" y="869908"/>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grpSp>
      <p:cxnSp>
        <p:nvCxnSpPr>
          <p:cNvPr id="44" name="Google Shape;44;p26"/>
          <p:cNvCxnSpPr/>
          <p:nvPr/>
        </p:nvCxnSpPr>
        <p:spPr>
          <a:xfrm>
            <a:off x="2369139" y="2002443"/>
            <a:ext cx="8873530" cy="0"/>
          </a:xfrm>
          <a:prstGeom prst="straightConnector1">
            <a:avLst/>
          </a:prstGeom>
          <a:noFill/>
          <a:ln cap="flat" cmpd="sng" w="25400">
            <a:solidFill>
              <a:srgbClr val="022C94"/>
            </a:solidFill>
            <a:prstDash val="solid"/>
            <a:miter lim="800000"/>
            <a:headEnd len="sm" w="sm" type="none"/>
            <a:tailEnd len="sm" w="sm" type="none"/>
          </a:ln>
        </p:spPr>
      </p:cxnSp>
      <p:sp>
        <p:nvSpPr>
          <p:cNvPr id="45" name="Google Shape;45;p26"/>
          <p:cNvSpPr txBox="1"/>
          <p:nvPr>
            <p:ph type="title"/>
          </p:nvPr>
        </p:nvSpPr>
        <p:spPr>
          <a:xfrm>
            <a:off x="2399620" y="162560"/>
            <a:ext cx="8843050" cy="1616904"/>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6"/>
          <p:cNvSpPr txBox="1"/>
          <p:nvPr>
            <p:ph idx="1" type="body"/>
          </p:nvPr>
        </p:nvSpPr>
        <p:spPr>
          <a:xfrm>
            <a:off x="2373002" y="2474811"/>
            <a:ext cx="4015098" cy="3528397"/>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rgbClr val="1BDEF5"/>
              </a:buClr>
              <a:buSzPts val="1800"/>
              <a:buFont typeface="Arial"/>
              <a:buChar char="•"/>
              <a:defRPr sz="1800">
                <a:solidFill>
                  <a:schemeClr val="lt1"/>
                </a:solidFill>
              </a:defRPr>
            </a:lvl2pPr>
            <a:lvl3pPr indent="-342900" lvl="2" marL="1371600" algn="l">
              <a:lnSpc>
                <a:spcPct val="120000"/>
              </a:lnSpc>
              <a:spcBef>
                <a:spcPts val="1000"/>
              </a:spcBef>
              <a:spcAft>
                <a:spcPts val="0"/>
              </a:spcAft>
              <a:buClr>
                <a:srgbClr val="1BDEF5"/>
              </a:buClr>
              <a:buSzPts val="1800"/>
              <a:buFont typeface="Arial"/>
              <a:buChar char="•"/>
              <a:defRPr sz="1800">
                <a:solidFill>
                  <a:schemeClr val="lt1"/>
                </a:solidFill>
              </a:defRPr>
            </a:lvl3pPr>
            <a:lvl4pPr indent="-342900" lvl="3" marL="1828800" algn="l">
              <a:lnSpc>
                <a:spcPct val="120000"/>
              </a:lnSpc>
              <a:spcBef>
                <a:spcPts val="1000"/>
              </a:spcBef>
              <a:spcAft>
                <a:spcPts val="0"/>
              </a:spcAft>
              <a:buClr>
                <a:srgbClr val="1BDEF5"/>
              </a:buClr>
              <a:buSzPts val="1800"/>
              <a:buFont typeface="Arial"/>
              <a:buChar char="•"/>
              <a:defRPr sz="1800">
                <a:solidFill>
                  <a:schemeClr val="lt1"/>
                </a:solidFill>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6"/>
          <p:cNvSpPr txBox="1"/>
          <p:nvPr>
            <p:ph idx="2" type="body"/>
          </p:nvPr>
        </p:nvSpPr>
        <p:spPr>
          <a:xfrm>
            <a:off x="6995159" y="2474811"/>
            <a:ext cx="4227332" cy="3528397"/>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rgbClr val="1BDEF5"/>
              </a:buClr>
              <a:buSzPts val="1800"/>
              <a:buFont typeface="Arial"/>
              <a:buChar char="•"/>
              <a:defRPr sz="1800">
                <a:solidFill>
                  <a:schemeClr val="lt1"/>
                </a:solidFill>
              </a:defRPr>
            </a:lvl2pPr>
            <a:lvl3pPr indent="-342900" lvl="2" marL="1371600" algn="l">
              <a:lnSpc>
                <a:spcPct val="120000"/>
              </a:lnSpc>
              <a:spcBef>
                <a:spcPts val="1000"/>
              </a:spcBef>
              <a:spcAft>
                <a:spcPts val="0"/>
              </a:spcAft>
              <a:buClr>
                <a:srgbClr val="1BDEF5"/>
              </a:buClr>
              <a:buSzPts val="1800"/>
              <a:buFont typeface="Arial"/>
              <a:buChar char="•"/>
              <a:defRPr sz="1800">
                <a:solidFill>
                  <a:schemeClr val="lt1"/>
                </a:solidFill>
              </a:defRPr>
            </a:lvl3pPr>
            <a:lvl4pPr indent="-342900" lvl="3" marL="1828800" algn="l">
              <a:lnSpc>
                <a:spcPct val="120000"/>
              </a:lnSpc>
              <a:spcBef>
                <a:spcPts val="1000"/>
              </a:spcBef>
              <a:spcAft>
                <a:spcPts val="0"/>
              </a:spcAft>
              <a:buClr>
                <a:srgbClr val="1BDEF5"/>
              </a:buClr>
              <a:buSzPts val="1800"/>
              <a:buFont typeface="Arial"/>
              <a:buChar char="•"/>
              <a:defRPr sz="1800">
                <a:solidFill>
                  <a:schemeClr val="lt1"/>
                </a:solidFill>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6"/>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6"/>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chemeClr val="lt1"/>
                </a:solidFill>
                <a:latin typeface="Arial"/>
                <a:ea typeface="Arial"/>
                <a:cs typeface="Arial"/>
                <a:sym typeface="Arial"/>
              </a:defRPr>
            </a:lvl1pPr>
            <a:lvl2pPr indent="0" lvl="1" marL="0" marR="0" algn="r">
              <a:spcBef>
                <a:spcPts val="0"/>
              </a:spcBef>
              <a:buNone/>
              <a:defRPr b="0" i="0" sz="1200" u="none" cap="none" strike="noStrike">
                <a:solidFill>
                  <a:schemeClr val="lt1"/>
                </a:solidFill>
                <a:latin typeface="Arial"/>
                <a:ea typeface="Arial"/>
                <a:cs typeface="Arial"/>
                <a:sym typeface="Arial"/>
              </a:defRPr>
            </a:lvl2pPr>
            <a:lvl3pPr indent="0" lvl="2" marL="0" marR="0" algn="r">
              <a:spcBef>
                <a:spcPts val="0"/>
              </a:spcBef>
              <a:buNone/>
              <a:defRPr b="0" i="0" sz="1200" u="none" cap="none" strike="noStrike">
                <a:solidFill>
                  <a:schemeClr val="lt1"/>
                </a:solidFill>
                <a:latin typeface="Arial"/>
                <a:ea typeface="Arial"/>
                <a:cs typeface="Arial"/>
                <a:sym typeface="Arial"/>
              </a:defRPr>
            </a:lvl3pPr>
            <a:lvl4pPr indent="0" lvl="3" marL="0" marR="0" algn="r">
              <a:spcBef>
                <a:spcPts val="0"/>
              </a:spcBef>
              <a:buNone/>
              <a:defRPr b="0" i="0" sz="1200" u="none" cap="none" strike="noStrike">
                <a:solidFill>
                  <a:schemeClr val="lt1"/>
                </a:solidFill>
                <a:latin typeface="Arial"/>
                <a:ea typeface="Arial"/>
                <a:cs typeface="Arial"/>
                <a:sym typeface="Arial"/>
              </a:defRPr>
            </a:lvl4pPr>
            <a:lvl5pPr indent="0" lvl="4" marL="0" marR="0" algn="r">
              <a:spcBef>
                <a:spcPts val="0"/>
              </a:spcBef>
              <a:buNone/>
              <a:defRPr b="0" i="0" sz="1200" u="none" cap="none" strike="noStrike">
                <a:solidFill>
                  <a:schemeClr val="lt1"/>
                </a:solidFill>
                <a:latin typeface="Arial"/>
                <a:ea typeface="Arial"/>
                <a:cs typeface="Arial"/>
                <a:sym typeface="Arial"/>
              </a:defRPr>
            </a:lvl5pPr>
            <a:lvl6pPr indent="0" lvl="5" marL="0" marR="0" algn="r">
              <a:spcBef>
                <a:spcPts val="0"/>
              </a:spcBef>
              <a:buNone/>
              <a:defRPr b="0" i="0" sz="1200" u="none" cap="none" strike="noStrike">
                <a:solidFill>
                  <a:schemeClr val="lt1"/>
                </a:solidFill>
                <a:latin typeface="Arial"/>
                <a:ea typeface="Arial"/>
                <a:cs typeface="Arial"/>
                <a:sym typeface="Arial"/>
              </a:defRPr>
            </a:lvl6pPr>
            <a:lvl7pPr indent="0" lvl="6" marL="0" marR="0" algn="r">
              <a:spcBef>
                <a:spcPts val="0"/>
              </a:spcBef>
              <a:buNone/>
              <a:defRPr b="0" i="0" sz="1200" u="none" cap="none" strike="noStrike">
                <a:solidFill>
                  <a:schemeClr val="lt1"/>
                </a:solidFill>
                <a:latin typeface="Arial"/>
                <a:ea typeface="Arial"/>
                <a:cs typeface="Arial"/>
                <a:sym typeface="Arial"/>
              </a:defRPr>
            </a:lvl7pPr>
            <a:lvl8pPr indent="0" lvl="7" marL="0" marR="0" algn="r">
              <a:spcBef>
                <a:spcPts val="0"/>
              </a:spcBef>
              <a:buNone/>
              <a:defRPr b="0" i="0" sz="1200" u="none" cap="none" strike="noStrike">
                <a:solidFill>
                  <a:schemeClr val="lt1"/>
                </a:solidFill>
                <a:latin typeface="Arial"/>
                <a:ea typeface="Arial"/>
                <a:cs typeface="Arial"/>
                <a:sym typeface="Arial"/>
              </a:defRPr>
            </a:lvl8pPr>
            <a:lvl9pPr indent="0" lvl="8" marL="0" marR="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ítulo y 2 columnas">
  <p:cSld name="8_Título y 2 columnas">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50" name="Shape 50"/>
        <p:cNvGrpSpPr/>
        <p:nvPr/>
      </p:nvGrpSpPr>
      <p:grpSpPr>
        <a:xfrm>
          <a:off x="0" y="0"/>
          <a:ext cx="0" cy="0"/>
          <a:chOff x="0" y="0"/>
          <a:chExt cx="0" cy="0"/>
        </a:xfrm>
      </p:grpSpPr>
      <p:sp>
        <p:nvSpPr>
          <p:cNvPr id="51" name="Google Shape;51;p27"/>
          <p:cNvSpPr/>
          <p:nvPr/>
        </p:nvSpPr>
        <p:spPr>
          <a:xfrm>
            <a:off x="321869" y="343814"/>
            <a:ext cx="11550701" cy="6210605"/>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52" name="Google Shape;52;p27"/>
          <p:cNvCxnSpPr/>
          <p:nvPr/>
        </p:nvCxnSpPr>
        <p:spPr>
          <a:xfrm>
            <a:off x="807039" y="1983705"/>
            <a:ext cx="10435630" cy="0"/>
          </a:xfrm>
          <a:prstGeom prst="straightConnector1">
            <a:avLst/>
          </a:prstGeom>
          <a:noFill/>
          <a:ln cap="flat" cmpd="sng" w="25400">
            <a:solidFill>
              <a:srgbClr val="022C94"/>
            </a:solidFill>
            <a:prstDash val="solid"/>
            <a:miter lim="800000"/>
            <a:headEnd len="sm" w="sm" type="none"/>
            <a:tailEnd len="sm" w="sm" type="none"/>
          </a:ln>
        </p:spPr>
      </p:cxnSp>
      <p:grpSp>
        <p:nvGrpSpPr>
          <p:cNvPr id="53" name="Google Shape;53;p27"/>
          <p:cNvGrpSpPr/>
          <p:nvPr/>
        </p:nvGrpSpPr>
        <p:grpSpPr>
          <a:xfrm flipH="1" rot="10800000">
            <a:off x="10488530" y="4210019"/>
            <a:ext cx="754139" cy="1865729"/>
            <a:chOff x="653351" y="2693558"/>
            <a:chExt cx="754139" cy="1865729"/>
          </a:xfrm>
        </p:grpSpPr>
        <p:sp>
          <p:nvSpPr>
            <p:cNvPr id="54" name="Google Shape;54;p27"/>
            <p:cNvSpPr/>
            <p:nvPr/>
          </p:nvSpPr>
          <p:spPr>
            <a:xfrm>
              <a:off x="1098137" y="2693558"/>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 name="Google Shape;55;p27"/>
            <p:cNvSpPr/>
            <p:nvPr/>
          </p:nvSpPr>
          <p:spPr>
            <a:xfrm>
              <a:off x="1306906" y="3837599"/>
              <a:ext cx="100584" cy="100584"/>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 name="Google Shape;56;p27"/>
            <p:cNvSpPr/>
            <p:nvPr/>
          </p:nvSpPr>
          <p:spPr>
            <a:xfrm>
              <a:off x="653351" y="4521502"/>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57" name="Google Shape;57;p27"/>
          <p:cNvSpPr txBox="1"/>
          <p:nvPr>
            <p:ph type="title"/>
          </p:nvPr>
        </p:nvSpPr>
        <p:spPr>
          <a:xfrm>
            <a:off x="741680" y="430482"/>
            <a:ext cx="10500989" cy="132746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7"/>
          <p:cNvSpPr txBox="1"/>
          <p:nvPr>
            <p:ph idx="1" type="body"/>
          </p:nvPr>
        </p:nvSpPr>
        <p:spPr>
          <a:xfrm>
            <a:off x="807038" y="2465539"/>
            <a:ext cx="3774587" cy="3723753"/>
          </a:xfrm>
          <a:prstGeom prst="rect">
            <a:avLst/>
          </a:prstGeom>
          <a:noFill/>
          <a:ln>
            <a:noFill/>
          </a:ln>
        </p:spPr>
        <p:txBody>
          <a:bodyPr anchorCtr="0" anchor="t" bIns="45700" lIns="91425" spcFirstLastPara="1" rIns="91425" wrap="square" tIns="45700">
            <a:noAutofit/>
          </a:bodyPr>
          <a:lstStyle>
            <a:lvl1pPr indent="-342900" lvl="0" marL="457200" algn="l">
              <a:lnSpc>
                <a:spcPct val="120000"/>
              </a:lnSpc>
              <a:spcBef>
                <a:spcPts val="1000"/>
              </a:spcBef>
              <a:spcAft>
                <a:spcPts val="0"/>
              </a:spcAft>
              <a:buClr>
                <a:srgbClr val="1BDEF5"/>
              </a:buClr>
              <a:buSzPts val="1800"/>
              <a:buFont typeface="Arial"/>
              <a:buAutoNum type="arabicPeriod"/>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rgbClr val="1BDEF5"/>
              </a:buClr>
              <a:buSzPts val="1800"/>
              <a:buFont typeface="Arial"/>
              <a:buAutoNum type="alphaLcPeriod"/>
              <a:defRPr sz="1800">
                <a:solidFill>
                  <a:schemeClr val="lt1"/>
                </a:solidFill>
                <a:latin typeface="Arial"/>
                <a:ea typeface="Arial"/>
                <a:cs typeface="Arial"/>
                <a:sym typeface="Arial"/>
              </a:defRPr>
            </a:lvl2pPr>
            <a:lvl3pPr indent="-342900" lvl="2" marL="1371600" algn="l">
              <a:lnSpc>
                <a:spcPct val="120000"/>
              </a:lnSpc>
              <a:spcBef>
                <a:spcPts val="1000"/>
              </a:spcBef>
              <a:spcAft>
                <a:spcPts val="0"/>
              </a:spcAft>
              <a:buClr>
                <a:srgbClr val="1BDEF5"/>
              </a:buClr>
              <a:buSzPts val="1800"/>
              <a:buFont typeface="Arial"/>
              <a:buAutoNum type="arabicParenR"/>
              <a:defRPr sz="1800">
                <a:solidFill>
                  <a:schemeClr val="lt1"/>
                </a:solidFill>
                <a:latin typeface="Arial"/>
                <a:ea typeface="Arial"/>
                <a:cs typeface="Arial"/>
                <a:sym typeface="Arial"/>
              </a:defRPr>
            </a:lvl3pPr>
            <a:lvl4pPr indent="-342900" lvl="3" marL="1828800" algn="l">
              <a:lnSpc>
                <a:spcPct val="120000"/>
              </a:lnSpc>
              <a:spcBef>
                <a:spcPts val="1000"/>
              </a:spcBef>
              <a:spcAft>
                <a:spcPts val="0"/>
              </a:spcAft>
              <a:buClr>
                <a:srgbClr val="1BDEF5"/>
              </a:buClr>
              <a:buSzPts val="1800"/>
              <a:buFont typeface="Arial"/>
              <a:buAutoNum type="alphaLcParenR"/>
              <a:defRPr sz="1800">
                <a:solidFill>
                  <a:schemeClr val="lt1"/>
                </a:solidFill>
                <a:latin typeface="Arial"/>
                <a:ea typeface="Arial"/>
                <a:cs typeface="Arial"/>
                <a:sym typeface="Arial"/>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27"/>
          <p:cNvSpPr txBox="1"/>
          <p:nvPr>
            <p:ph idx="2" type="body"/>
          </p:nvPr>
        </p:nvSpPr>
        <p:spPr>
          <a:xfrm>
            <a:off x="4927600" y="2465539"/>
            <a:ext cx="6315069" cy="3723753"/>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rgbClr val="1BDEF5"/>
              </a:buClr>
              <a:buSzPts val="1800"/>
              <a:buFont typeface="Arial"/>
              <a:buChar char="•"/>
              <a:defRPr sz="1800">
                <a:solidFill>
                  <a:schemeClr val="lt1"/>
                </a:solidFill>
                <a:latin typeface="Arial"/>
                <a:ea typeface="Arial"/>
                <a:cs typeface="Arial"/>
                <a:sym typeface="Arial"/>
              </a:defRPr>
            </a:lvl2pPr>
            <a:lvl3pPr indent="-342900" lvl="2" marL="1371600" algn="l">
              <a:lnSpc>
                <a:spcPct val="120000"/>
              </a:lnSpc>
              <a:spcBef>
                <a:spcPts val="1000"/>
              </a:spcBef>
              <a:spcAft>
                <a:spcPts val="0"/>
              </a:spcAft>
              <a:buClr>
                <a:srgbClr val="1BDEF5"/>
              </a:buClr>
              <a:buSzPts val="1800"/>
              <a:buFont typeface="Arial"/>
              <a:buChar char="•"/>
              <a:defRPr sz="1800">
                <a:solidFill>
                  <a:schemeClr val="lt1"/>
                </a:solidFill>
                <a:latin typeface="Arial"/>
                <a:ea typeface="Arial"/>
                <a:cs typeface="Arial"/>
                <a:sym typeface="Arial"/>
              </a:defRPr>
            </a:lvl3pPr>
            <a:lvl4pPr indent="-342900" lvl="3" marL="1828800" algn="l">
              <a:lnSpc>
                <a:spcPct val="120000"/>
              </a:lnSpc>
              <a:spcBef>
                <a:spcPts val="1000"/>
              </a:spcBef>
              <a:spcAft>
                <a:spcPts val="0"/>
              </a:spcAft>
              <a:buClr>
                <a:srgbClr val="1BDEF5"/>
              </a:buClr>
              <a:buSzPts val="1800"/>
              <a:buFont typeface="Arial"/>
              <a:buChar char="•"/>
              <a:defRPr sz="1800">
                <a:solidFill>
                  <a:schemeClr val="lt1"/>
                </a:solidFill>
                <a:latin typeface="Arial"/>
                <a:ea typeface="Arial"/>
                <a:cs typeface="Arial"/>
                <a:sym typeface="Arial"/>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7"/>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7"/>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chemeClr val="lt1"/>
                </a:solidFill>
                <a:latin typeface="Arial"/>
                <a:ea typeface="Arial"/>
                <a:cs typeface="Arial"/>
                <a:sym typeface="Arial"/>
              </a:defRPr>
            </a:lvl1pPr>
            <a:lvl2pPr indent="0" lvl="1" marL="0" marR="0" algn="r">
              <a:spcBef>
                <a:spcPts val="0"/>
              </a:spcBef>
              <a:buNone/>
              <a:defRPr b="0" i="0" sz="1200" u="none" cap="none" strike="noStrike">
                <a:solidFill>
                  <a:schemeClr val="lt1"/>
                </a:solidFill>
                <a:latin typeface="Arial"/>
                <a:ea typeface="Arial"/>
                <a:cs typeface="Arial"/>
                <a:sym typeface="Arial"/>
              </a:defRPr>
            </a:lvl2pPr>
            <a:lvl3pPr indent="0" lvl="2" marL="0" marR="0" algn="r">
              <a:spcBef>
                <a:spcPts val="0"/>
              </a:spcBef>
              <a:buNone/>
              <a:defRPr b="0" i="0" sz="1200" u="none" cap="none" strike="noStrike">
                <a:solidFill>
                  <a:schemeClr val="lt1"/>
                </a:solidFill>
                <a:latin typeface="Arial"/>
                <a:ea typeface="Arial"/>
                <a:cs typeface="Arial"/>
                <a:sym typeface="Arial"/>
              </a:defRPr>
            </a:lvl3pPr>
            <a:lvl4pPr indent="0" lvl="3" marL="0" marR="0" algn="r">
              <a:spcBef>
                <a:spcPts val="0"/>
              </a:spcBef>
              <a:buNone/>
              <a:defRPr b="0" i="0" sz="1200" u="none" cap="none" strike="noStrike">
                <a:solidFill>
                  <a:schemeClr val="lt1"/>
                </a:solidFill>
                <a:latin typeface="Arial"/>
                <a:ea typeface="Arial"/>
                <a:cs typeface="Arial"/>
                <a:sym typeface="Arial"/>
              </a:defRPr>
            </a:lvl4pPr>
            <a:lvl5pPr indent="0" lvl="4" marL="0" marR="0" algn="r">
              <a:spcBef>
                <a:spcPts val="0"/>
              </a:spcBef>
              <a:buNone/>
              <a:defRPr b="0" i="0" sz="1200" u="none" cap="none" strike="noStrike">
                <a:solidFill>
                  <a:schemeClr val="lt1"/>
                </a:solidFill>
                <a:latin typeface="Arial"/>
                <a:ea typeface="Arial"/>
                <a:cs typeface="Arial"/>
                <a:sym typeface="Arial"/>
              </a:defRPr>
            </a:lvl5pPr>
            <a:lvl6pPr indent="0" lvl="5" marL="0" marR="0" algn="r">
              <a:spcBef>
                <a:spcPts val="0"/>
              </a:spcBef>
              <a:buNone/>
              <a:defRPr b="0" i="0" sz="1200" u="none" cap="none" strike="noStrike">
                <a:solidFill>
                  <a:schemeClr val="lt1"/>
                </a:solidFill>
                <a:latin typeface="Arial"/>
                <a:ea typeface="Arial"/>
                <a:cs typeface="Arial"/>
                <a:sym typeface="Arial"/>
              </a:defRPr>
            </a:lvl6pPr>
            <a:lvl7pPr indent="0" lvl="6" marL="0" marR="0" algn="r">
              <a:spcBef>
                <a:spcPts val="0"/>
              </a:spcBef>
              <a:buNone/>
              <a:defRPr b="0" i="0" sz="1200" u="none" cap="none" strike="noStrike">
                <a:solidFill>
                  <a:schemeClr val="lt1"/>
                </a:solidFill>
                <a:latin typeface="Arial"/>
                <a:ea typeface="Arial"/>
                <a:cs typeface="Arial"/>
                <a:sym typeface="Arial"/>
              </a:defRPr>
            </a:lvl7pPr>
            <a:lvl8pPr indent="0" lvl="7" marL="0" marR="0" algn="r">
              <a:spcBef>
                <a:spcPts val="0"/>
              </a:spcBef>
              <a:buNone/>
              <a:defRPr b="0" i="0" sz="1200" u="none" cap="none" strike="noStrike">
                <a:solidFill>
                  <a:schemeClr val="lt1"/>
                </a:solidFill>
                <a:latin typeface="Arial"/>
                <a:ea typeface="Arial"/>
                <a:cs typeface="Arial"/>
                <a:sym typeface="Arial"/>
              </a:defRPr>
            </a:lvl8pPr>
            <a:lvl9pPr indent="0" lvl="8" marL="0" marR="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2 columnas">
  <p:cSld name="Título y 2 columnas">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62" name="Shape 62"/>
        <p:cNvGrpSpPr/>
        <p:nvPr/>
      </p:nvGrpSpPr>
      <p:grpSpPr>
        <a:xfrm>
          <a:off x="0" y="0"/>
          <a:ext cx="0" cy="0"/>
          <a:chOff x="0" y="0"/>
          <a:chExt cx="0" cy="0"/>
        </a:xfrm>
      </p:grpSpPr>
      <p:sp>
        <p:nvSpPr>
          <p:cNvPr id="63" name="Google Shape;63;p28"/>
          <p:cNvSpPr/>
          <p:nvPr/>
        </p:nvSpPr>
        <p:spPr>
          <a:xfrm>
            <a:off x="321869" y="343814"/>
            <a:ext cx="11550701" cy="6210605"/>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64" name="Google Shape;64;p28"/>
          <p:cNvCxnSpPr/>
          <p:nvPr/>
        </p:nvCxnSpPr>
        <p:spPr>
          <a:xfrm>
            <a:off x="807039" y="1991547"/>
            <a:ext cx="10546763" cy="0"/>
          </a:xfrm>
          <a:prstGeom prst="straightConnector1">
            <a:avLst/>
          </a:prstGeom>
          <a:noFill/>
          <a:ln cap="flat" cmpd="sng" w="25400">
            <a:solidFill>
              <a:srgbClr val="022C94"/>
            </a:solidFill>
            <a:prstDash val="solid"/>
            <a:miter lim="800000"/>
            <a:headEnd len="sm" w="sm" type="none"/>
            <a:tailEnd len="sm" w="sm" type="none"/>
          </a:ln>
        </p:spPr>
      </p:cxnSp>
      <p:sp>
        <p:nvSpPr>
          <p:cNvPr id="65" name="Google Shape;65;p28"/>
          <p:cNvSpPr txBox="1"/>
          <p:nvPr>
            <p:ph type="title"/>
          </p:nvPr>
        </p:nvSpPr>
        <p:spPr>
          <a:xfrm>
            <a:off x="835370" y="643842"/>
            <a:ext cx="10515601" cy="1140849"/>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66" name="Google Shape;66;p28"/>
          <p:cNvCxnSpPr/>
          <p:nvPr/>
        </p:nvCxnSpPr>
        <p:spPr>
          <a:xfrm>
            <a:off x="807039" y="1983705"/>
            <a:ext cx="10435630" cy="0"/>
          </a:xfrm>
          <a:prstGeom prst="straightConnector1">
            <a:avLst/>
          </a:prstGeom>
          <a:noFill/>
          <a:ln cap="flat" cmpd="sng" w="25400">
            <a:solidFill>
              <a:srgbClr val="022C94"/>
            </a:solidFill>
            <a:prstDash val="solid"/>
            <a:miter lim="800000"/>
            <a:headEnd len="sm" w="sm" type="none"/>
            <a:tailEnd len="sm" w="sm" type="none"/>
          </a:ln>
        </p:spPr>
      </p:cxnSp>
      <p:sp>
        <p:nvSpPr>
          <p:cNvPr id="67" name="Google Shape;67;p28"/>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8"/>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chemeClr val="lt1"/>
                </a:solidFill>
                <a:latin typeface="Arial"/>
                <a:ea typeface="Arial"/>
                <a:cs typeface="Arial"/>
                <a:sym typeface="Arial"/>
              </a:defRPr>
            </a:lvl1pPr>
            <a:lvl2pPr indent="0" lvl="1" marL="0" marR="0" algn="r">
              <a:spcBef>
                <a:spcPts val="0"/>
              </a:spcBef>
              <a:buNone/>
              <a:defRPr b="0" i="0" sz="1200" u="none" cap="none" strike="noStrike">
                <a:solidFill>
                  <a:schemeClr val="lt1"/>
                </a:solidFill>
                <a:latin typeface="Arial"/>
                <a:ea typeface="Arial"/>
                <a:cs typeface="Arial"/>
                <a:sym typeface="Arial"/>
              </a:defRPr>
            </a:lvl2pPr>
            <a:lvl3pPr indent="0" lvl="2" marL="0" marR="0" algn="r">
              <a:spcBef>
                <a:spcPts val="0"/>
              </a:spcBef>
              <a:buNone/>
              <a:defRPr b="0" i="0" sz="1200" u="none" cap="none" strike="noStrike">
                <a:solidFill>
                  <a:schemeClr val="lt1"/>
                </a:solidFill>
                <a:latin typeface="Arial"/>
                <a:ea typeface="Arial"/>
                <a:cs typeface="Arial"/>
                <a:sym typeface="Arial"/>
              </a:defRPr>
            </a:lvl3pPr>
            <a:lvl4pPr indent="0" lvl="3" marL="0" marR="0" algn="r">
              <a:spcBef>
                <a:spcPts val="0"/>
              </a:spcBef>
              <a:buNone/>
              <a:defRPr b="0" i="0" sz="1200" u="none" cap="none" strike="noStrike">
                <a:solidFill>
                  <a:schemeClr val="lt1"/>
                </a:solidFill>
                <a:latin typeface="Arial"/>
                <a:ea typeface="Arial"/>
                <a:cs typeface="Arial"/>
                <a:sym typeface="Arial"/>
              </a:defRPr>
            </a:lvl4pPr>
            <a:lvl5pPr indent="0" lvl="4" marL="0" marR="0" algn="r">
              <a:spcBef>
                <a:spcPts val="0"/>
              </a:spcBef>
              <a:buNone/>
              <a:defRPr b="0" i="0" sz="1200" u="none" cap="none" strike="noStrike">
                <a:solidFill>
                  <a:schemeClr val="lt1"/>
                </a:solidFill>
                <a:latin typeface="Arial"/>
                <a:ea typeface="Arial"/>
                <a:cs typeface="Arial"/>
                <a:sym typeface="Arial"/>
              </a:defRPr>
            </a:lvl5pPr>
            <a:lvl6pPr indent="0" lvl="5" marL="0" marR="0" algn="r">
              <a:spcBef>
                <a:spcPts val="0"/>
              </a:spcBef>
              <a:buNone/>
              <a:defRPr b="0" i="0" sz="1200" u="none" cap="none" strike="noStrike">
                <a:solidFill>
                  <a:schemeClr val="lt1"/>
                </a:solidFill>
                <a:latin typeface="Arial"/>
                <a:ea typeface="Arial"/>
                <a:cs typeface="Arial"/>
                <a:sym typeface="Arial"/>
              </a:defRPr>
            </a:lvl6pPr>
            <a:lvl7pPr indent="0" lvl="6" marL="0" marR="0" algn="r">
              <a:spcBef>
                <a:spcPts val="0"/>
              </a:spcBef>
              <a:buNone/>
              <a:defRPr b="0" i="0" sz="1200" u="none" cap="none" strike="noStrike">
                <a:solidFill>
                  <a:schemeClr val="lt1"/>
                </a:solidFill>
                <a:latin typeface="Arial"/>
                <a:ea typeface="Arial"/>
                <a:cs typeface="Arial"/>
                <a:sym typeface="Arial"/>
              </a:defRPr>
            </a:lvl7pPr>
            <a:lvl8pPr indent="0" lvl="7" marL="0" marR="0" algn="r">
              <a:spcBef>
                <a:spcPts val="0"/>
              </a:spcBef>
              <a:buNone/>
              <a:defRPr b="0" i="0" sz="1200" u="none" cap="none" strike="noStrike">
                <a:solidFill>
                  <a:schemeClr val="lt1"/>
                </a:solidFill>
                <a:latin typeface="Arial"/>
                <a:ea typeface="Arial"/>
                <a:cs typeface="Arial"/>
                <a:sym typeface="Arial"/>
              </a:defRPr>
            </a:lvl8pPr>
            <a:lvl9pPr indent="0" lvl="8" marL="0" marR="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ítulo y 2 columnas">
  <p:cSld name="10_Título y 2 columnas">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69" name="Shape 69"/>
        <p:cNvGrpSpPr/>
        <p:nvPr/>
      </p:nvGrpSpPr>
      <p:grpSpPr>
        <a:xfrm>
          <a:off x="0" y="0"/>
          <a:ext cx="0" cy="0"/>
          <a:chOff x="0" y="0"/>
          <a:chExt cx="0" cy="0"/>
        </a:xfrm>
      </p:grpSpPr>
      <p:sp>
        <p:nvSpPr>
          <p:cNvPr id="70" name="Google Shape;70;p29"/>
          <p:cNvSpPr/>
          <p:nvPr/>
        </p:nvSpPr>
        <p:spPr>
          <a:xfrm>
            <a:off x="0" y="0"/>
            <a:ext cx="12191999" cy="685800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71" name="Google Shape;71;p29"/>
          <p:cNvCxnSpPr/>
          <p:nvPr/>
        </p:nvCxnSpPr>
        <p:spPr>
          <a:xfrm>
            <a:off x="807039" y="1983416"/>
            <a:ext cx="10435630" cy="0"/>
          </a:xfrm>
          <a:prstGeom prst="straightConnector1">
            <a:avLst/>
          </a:prstGeom>
          <a:noFill/>
          <a:ln cap="flat" cmpd="sng" w="25400">
            <a:solidFill>
              <a:srgbClr val="022C94"/>
            </a:solidFill>
            <a:prstDash val="solid"/>
            <a:miter lim="800000"/>
            <a:headEnd len="sm" w="sm" type="none"/>
            <a:tailEnd len="sm" w="sm" type="none"/>
          </a:ln>
        </p:spPr>
      </p:cxnSp>
      <p:sp>
        <p:nvSpPr>
          <p:cNvPr id="72" name="Google Shape;72;p29"/>
          <p:cNvSpPr txBox="1"/>
          <p:nvPr>
            <p:ph type="title"/>
          </p:nvPr>
        </p:nvSpPr>
        <p:spPr>
          <a:xfrm>
            <a:off x="733562" y="433906"/>
            <a:ext cx="10515601" cy="132746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9"/>
          <p:cNvSpPr txBox="1"/>
          <p:nvPr>
            <p:ph idx="1" type="body"/>
          </p:nvPr>
        </p:nvSpPr>
        <p:spPr>
          <a:xfrm>
            <a:off x="814302" y="2465535"/>
            <a:ext cx="7303538" cy="3427265"/>
          </a:xfrm>
          <a:prstGeom prst="rect">
            <a:avLst/>
          </a:prstGeom>
          <a:noFill/>
          <a:ln>
            <a:noFill/>
          </a:ln>
        </p:spPr>
        <p:txBody>
          <a:bodyPr anchorCtr="0" anchor="t" bIns="45700" lIns="91425" spcFirstLastPara="1" rIns="91425" wrap="square" tIns="45700">
            <a:noAutofit/>
          </a:bodyPr>
          <a:lstStyle>
            <a:lvl1pPr indent="-342900" lvl="0" marL="457200" algn="l">
              <a:lnSpc>
                <a:spcPct val="120000"/>
              </a:lnSpc>
              <a:spcBef>
                <a:spcPts val="1000"/>
              </a:spcBef>
              <a:spcAft>
                <a:spcPts val="0"/>
              </a:spcAft>
              <a:buClr>
                <a:schemeClr val="accent3"/>
              </a:buClr>
              <a:buSzPts val="1800"/>
              <a:buFont typeface="Arial"/>
              <a:buChar char="•"/>
              <a:defRPr sz="1800">
                <a:solidFill>
                  <a:schemeClr val="lt1"/>
                </a:solidFill>
                <a:latin typeface="Arial"/>
                <a:ea typeface="Arial"/>
                <a:cs typeface="Arial"/>
                <a:sym typeface="Arial"/>
              </a:defRPr>
            </a:lvl1pPr>
            <a:lvl2pPr indent="-342900" lvl="1" marL="914400" algn="l">
              <a:lnSpc>
                <a:spcPct val="120000"/>
              </a:lnSpc>
              <a:spcBef>
                <a:spcPts val="500"/>
              </a:spcBef>
              <a:spcAft>
                <a:spcPts val="0"/>
              </a:spcAft>
              <a:buClr>
                <a:schemeClr val="accent3"/>
              </a:buClr>
              <a:buSzPts val="1800"/>
              <a:buChar char="•"/>
              <a:defRPr sz="1800"/>
            </a:lvl2pPr>
            <a:lvl3pPr indent="-342900" lvl="2" marL="1371600" algn="l">
              <a:lnSpc>
                <a:spcPct val="120000"/>
              </a:lnSpc>
              <a:spcBef>
                <a:spcPts val="500"/>
              </a:spcBef>
              <a:spcAft>
                <a:spcPts val="0"/>
              </a:spcAft>
              <a:buClr>
                <a:schemeClr val="accent3"/>
              </a:buClr>
              <a:buSzPts val="1800"/>
              <a:buChar char="•"/>
              <a:defRPr sz="1800"/>
            </a:lvl3pPr>
            <a:lvl4pPr indent="-342900" lvl="3" marL="1828800" algn="l">
              <a:lnSpc>
                <a:spcPct val="120000"/>
              </a:lnSpc>
              <a:spcBef>
                <a:spcPts val="500"/>
              </a:spcBef>
              <a:spcAft>
                <a:spcPts val="0"/>
              </a:spcAft>
              <a:buClr>
                <a:schemeClr val="accent3"/>
              </a:buClr>
              <a:buSzPts val="1800"/>
              <a:buChar char="•"/>
              <a:defRPr sz="1800"/>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29"/>
          <p:cNvSpPr txBox="1"/>
          <p:nvPr>
            <p:ph idx="2" type="body"/>
          </p:nvPr>
        </p:nvSpPr>
        <p:spPr>
          <a:xfrm>
            <a:off x="8392160" y="2465388"/>
            <a:ext cx="2856865" cy="3427412"/>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228600" lvl="1" marL="914400" algn="l">
              <a:lnSpc>
                <a:spcPct val="120000"/>
              </a:lnSpc>
              <a:spcBef>
                <a:spcPts val="1000"/>
              </a:spcBef>
              <a:spcAft>
                <a:spcPts val="0"/>
              </a:spcAft>
              <a:buSzPts val="1600"/>
              <a:buNone/>
              <a:defRPr sz="1600">
                <a:solidFill>
                  <a:schemeClr val="lt1"/>
                </a:solidFill>
                <a:latin typeface="Arial"/>
                <a:ea typeface="Arial"/>
                <a:cs typeface="Arial"/>
                <a:sym typeface="Arial"/>
              </a:defRPr>
            </a:lvl2pPr>
            <a:lvl3pPr indent="-228600" lvl="2" marL="1371600" algn="l">
              <a:lnSpc>
                <a:spcPct val="120000"/>
              </a:lnSpc>
              <a:spcBef>
                <a:spcPts val="1000"/>
              </a:spcBef>
              <a:spcAft>
                <a:spcPts val="0"/>
              </a:spcAft>
              <a:buSzPts val="1400"/>
              <a:buNone/>
              <a:defRPr sz="1400">
                <a:solidFill>
                  <a:schemeClr val="lt1"/>
                </a:solidFill>
                <a:latin typeface="Arial"/>
                <a:ea typeface="Arial"/>
                <a:cs typeface="Arial"/>
                <a:sym typeface="Arial"/>
              </a:defRPr>
            </a:lvl3pPr>
            <a:lvl4pPr indent="-228600" lvl="3" marL="1828800" algn="l">
              <a:lnSpc>
                <a:spcPct val="120000"/>
              </a:lnSpc>
              <a:spcBef>
                <a:spcPts val="1000"/>
              </a:spcBef>
              <a:spcAft>
                <a:spcPts val="0"/>
              </a:spcAft>
              <a:buSzPts val="1200"/>
              <a:buNone/>
              <a:defRPr sz="1200">
                <a:solidFill>
                  <a:schemeClr val="lt1"/>
                </a:solidFill>
                <a:latin typeface="Arial"/>
                <a:ea typeface="Arial"/>
                <a:cs typeface="Arial"/>
                <a:sym typeface="Arial"/>
              </a:defRPr>
            </a:lvl4pPr>
            <a:lvl5pPr indent="-228600" lvl="4" marL="2286000" algn="l">
              <a:lnSpc>
                <a:spcPct val="120000"/>
              </a:lnSpc>
              <a:spcBef>
                <a:spcPts val="1000"/>
              </a:spcBef>
              <a:spcAft>
                <a:spcPts val="0"/>
              </a:spcAft>
              <a:buSzPts val="1200"/>
              <a:buNone/>
              <a:defRPr sz="12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9"/>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lt1"/>
                </a:solidFill>
                <a:latin typeface="Arial"/>
                <a:ea typeface="Arial"/>
                <a:cs typeface="Arial"/>
                <a:sym typeface="Arial"/>
              </a:defRPr>
            </a:lvl1pPr>
            <a:lvl2pPr indent="0" lvl="1" marL="0" marR="0" algn="r">
              <a:spcBef>
                <a:spcPts val="0"/>
              </a:spcBef>
              <a:buNone/>
              <a:defRPr sz="1200">
                <a:solidFill>
                  <a:schemeClr val="lt1"/>
                </a:solidFill>
                <a:latin typeface="Arial"/>
                <a:ea typeface="Arial"/>
                <a:cs typeface="Arial"/>
                <a:sym typeface="Arial"/>
              </a:defRPr>
            </a:lvl2pPr>
            <a:lvl3pPr indent="0" lvl="2" marL="0" marR="0" algn="r">
              <a:spcBef>
                <a:spcPts val="0"/>
              </a:spcBef>
              <a:buNone/>
              <a:defRPr sz="1200">
                <a:solidFill>
                  <a:schemeClr val="lt1"/>
                </a:solidFill>
                <a:latin typeface="Arial"/>
                <a:ea typeface="Arial"/>
                <a:cs typeface="Arial"/>
                <a:sym typeface="Arial"/>
              </a:defRPr>
            </a:lvl3pPr>
            <a:lvl4pPr indent="0" lvl="3" marL="0" marR="0" algn="r">
              <a:spcBef>
                <a:spcPts val="0"/>
              </a:spcBef>
              <a:buNone/>
              <a:defRPr sz="1200">
                <a:solidFill>
                  <a:schemeClr val="lt1"/>
                </a:solidFill>
                <a:latin typeface="Arial"/>
                <a:ea typeface="Arial"/>
                <a:cs typeface="Arial"/>
                <a:sym typeface="Arial"/>
              </a:defRPr>
            </a:lvl4pPr>
            <a:lvl5pPr indent="0" lvl="4" marL="0" marR="0" algn="r">
              <a:spcBef>
                <a:spcPts val="0"/>
              </a:spcBef>
              <a:buNone/>
              <a:defRPr sz="1200">
                <a:solidFill>
                  <a:schemeClr val="lt1"/>
                </a:solidFill>
                <a:latin typeface="Arial"/>
                <a:ea typeface="Arial"/>
                <a:cs typeface="Arial"/>
                <a:sym typeface="Arial"/>
              </a:defRPr>
            </a:lvl5pPr>
            <a:lvl6pPr indent="0" lvl="5" marL="0" marR="0" algn="r">
              <a:spcBef>
                <a:spcPts val="0"/>
              </a:spcBef>
              <a:buNone/>
              <a:defRPr sz="1200">
                <a:solidFill>
                  <a:schemeClr val="lt1"/>
                </a:solidFill>
                <a:latin typeface="Arial"/>
                <a:ea typeface="Arial"/>
                <a:cs typeface="Arial"/>
                <a:sym typeface="Arial"/>
              </a:defRPr>
            </a:lvl6pPr>
            <a:lvl7pPr indent="0" lvl="6" marL="0" marR="0" algn="r">
              <a:spcBef>
                <a:spcPts val="0"/>
              </a:spcBef>
              <a:buNone/>
              <a:defRPr sz="1200">
                <a:solidFill>
                  <a:schemeClr val="lt1"/>
                </a:solidFill>
                <a:latin typeface="Arial"/>
                <a:ea typeface="Arial"/>
                <a:cs typeface="Arial"/>
                <a:sym typeface="Arial"/>
              </a:defRPr>
            </a:lvl7pPr>
            <a:lvl8pPr indent="0" lvl="7" marL="0" marR="0" algn="r">
              <a:spcBef>
                <a:spcPts val="0"/>
              </a:spcBef>
              <a:buNone/>
              <a:defRPr sz="1200">
                <a:solidFill>
                  <a:schemeClr val="lt1"/>
                </a:solidFill>
                <a:latin typeface="Arial"/>
                <a:ea typeface="Arial"/>
                <a:cs typeface="Arial"/>
                <a:sym typeface="Arial"/>
              </a:defRPr>
            </a:lvl8pPr>
            <a:lvl9pPr indent="0" lvl="8" marL="0" marR="0" algn="r">
              <a:spcBef>
                <a:spcPts val="0"/>
              </a:spcBef>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ítulo y 2 columnas">
  <p:cSld name="6_Título y 2 columnas">
    <p:bg>
      <p:bgPr>
        <a:gradFill>
          <a:gsLst>
            <a:gs pos="0">
              <a:schemeClr val="accent4"/>
            </a:gs>
            <a:gs pos="14000">
              <a:srgbClr val="0342DE"/>
            </a:gs>
            <a:gs pos="55000">
              <a:srgbClr val="02090E"/>
            </a:gs>
            <a:gs pos="79000">
              <a:schemeClr val="accent6"/>
            </a:gs>
            <a:gs pos="100000">
              <a:schemeClr val="dk2"/>
            </a:gs>
          </a:gsLst>
          <a:lin ang="7800000" scaled="0"/>
        </a:gradFill>
      </p:bgPr>
    </p:bg>
    <p:spTree>
      <p:nvGrpSpPr>
        <p:cNvPr id="77" name="Shape 77"/>
        <p:cNvGrpSpPr/>
        <p:nvPr/>
      </p:nvGrpSpPr>
      <p:grpSpPr>
        <a:xfrm>
          <a:off x="0" y="0"/>
          <a:ext cx="0" cy="0"/>
          <a:chOff x="0" y="0"/>
          <a:chExt cx="0" cy="0"/>
        </a:xfrm>
      </p:grpSpPr>
      <p:pic>
        <p:nvPicPr>
          <p:cNvPr id="78" name="Google Shape;78;p30"/>
          <p:cNvPicPr preferRelativeResize="0"/>
          <p:nvPr/>
        </p:nvPicPr>
        <p:blipFill rotWithShape="1">
          <a:blip r:embed="rId2">
            <a:alphaModFix/>
          </a:blip>
          <a:srcRect b="0" l="0" r="0" t="0"/>
          <a:stretch/>
        </p:blipFill>
        <p:spPr>
          <a:xfrm>
            <a:off x="0" y="-6350"/>
            <a:ext cx="2356339" cy="6853863"/>
          </a:xfrm>
          <a:prstGeom prst="rect">
            <a:avLst/>
          </a:prstGeom>
          <a:noFill/>
          <a:ln>
            <a:noFill/>
          </a:ln>
        </p:spPr>
      </p:pic>
      <p:sp>
        <p:nvSpPr>
          <p:cNvPr id="79" name="Google Shape;79;p30"/>
          <p:cNvSpPr/>
          <p:nvPr/>
        </p:nvSpPr>
        <p:spPr>
          <a:xfrm>
            <a:off x="2356339" y="-6350"/>
            <a:ext cx="9831801" cy="686435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80" name="Google Shape;80;p30"/>
          <p:cNvCxnSpPr/>
          <p:nvPr/>
        </p:nvCxnSpPr>
        <p:spPr>
          <a:xfrm>
            <a:off x="3305669" y="2002443"/>
            <a:ext cx="7922116" cy="0"/>
          </a:xfrm>
          <a:prstGeom prst="straightConnector1">
            <a:avLst/>
          </a:prstGeom>
          <a:noFill/>
          <a:ln cap="flat" cmpd="sng" w="25400">
            <a:solidFill>
              <a:srgbClr val="022C94"/>
            </a:solidFill>
            <a:prstDash val="solid"/>
            <a:miter lim="800000"/>
            <a:headEnd len="sm" w="sm" type="none"/>
            <a:tailEnd len="sm" w="sm" type="none"/>
          </a:ln>
        </p:spPr>
      </p:cxnSp>
      <p:sp>
        <p:nvSpPr>
          <p:cNvPr id="81" name="Google Shape;81;p30"/>
          <p:cNvSpPr txBox="1"/>
          <p:nvPr>
            <p:ph type="title"/>
          </p:nvPr>
        </p:nvSpPr>
        <p:spPr>
          <a:xfrm>
            <a:off x="3305669" y="113097"/>
            <a:ext cx="7420819" cy="1656304"/>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0"/>
          <p:cNvSpPr txBox="1"/>
          <p:nvPr>
            <p:ph idx="1" type="body"/>
          </p:nvPr>
        </p:nvSpPr>
        <p:spPr>
          <a:xfrm>
            <a:off x="3305669" y="2470150"/>
            <a:ext cx="7420819" cy="3676649"/>
          </a:xfrm>
          <a:prstGeom prst="rect">
            <a:avLst/>
          </a:prstGeom>
          <a:noFill/>
          <a:ln>
            <a:noFill/>
          </a:ln>
        </p:spPr>
        <p:txBody>
          <a:bodyPr anchorCtr="0" anchor="t" bIns="45700" lIns="91425" spcFirstLastPara="1" rIns="91425" wrap="square" tIns="45700">
            <a:noAutofit/>
          </a:bodyPr>
          <a:lstStyle>
            <a:lvl1pPr indent="-342900" lvl="0" marL="457200" algn="l">
              <a:lnSpc>
                <a:spcPct val="120000"/>
              </a:lnSpc>
              <a:spcBef>
                <a:spcPts val="1000"/>
              </a:spcBef>
              <a:spcAft>
                <a:spcPts val="0"/>
              </a:spcAft>
              <a:buClr>
                <a:schemeClr val="accent3"/>
              </a:buClr>
              <a:buSzPts val="1800"/>
              <a:buFont typeface="Arial"/>
              <a:buChar char="•"/>
              <a:defRPr sz="1800">
                <a:solidFill>
                  <a:schemeClr val="lt1"/>
                </a:solidFill>
                <a:latin typeface="Arial"/>
                <a:ea typeface="Arial"/>
                <a:cs typeface="Arial"/>
                <a:sym typeface="Arial"/>
              </a:defRPr>
            </a:lvl1pPr>
            <a:lvl2pPr indent="-330200" lvl="1" marL="914400" algn="l">
              <a:lnSpc>
                <a:spcPct val="120000"/>
              </a:lnSpc>
              <a:spcBef>
                <a:spcPts val="1000"/>
              </a:spcBef>
              <a:spcAft>
                <a:spcPts val="0"/>
              </a:spcAft>
              <a:buClr>
                <a:schemeClr val="accent3"/>
              </a:buClr>
              <a:buSzPts val="1600"/>
              <a:buFont typeface="Arial"/>
              <a:buChar char="•"/>
              <a:defRPr sz="1600">
                <a:solidFill>
                  <a:schemeClr val="lt1"/>
                </a:solidFill>
                <a:latin typeface="Arial"/>
                <a:ea typeface="Arial"/>
                <a:cs typeface="Arial"/>
                <a:sym typeface="Arial"/>
              </a:defRPr>
            </a:lvl2pPr>
            <a:lvl3pPr indent="-317500" lvl="2" marL="1371600" algn="l">
              <a:lnSpc>
                <a:spcPct val="120000"/>
              </a:lnSpc>
              <a:spcBef>
                <a:spcPts val="1000"/>
              </a:spcBef>
              <a:spcAft>
                <a:spcPts val="0"/>
              </a:spcAft>
              <a:buClr>
                <a:schemeClr val="accent3"/>
              </a:buClr>
              <a:buSzPts val="1400"/>
              <a:buFont typeface="Arial"/>
              <a:buChar char="•"/>
              <a:defRPr sz="1400">
                <a:solidFill>
                  <a:schemeClr val="lt1"/>
                </a:solidFill>
                <a:latin typeface="Arial"/>
                <a:ea typeface="Arial"/>
                <a:cs typeface="Arial"/>
                <a:sym typeface="Arial"/>
              </a:defRPr>
            </a:lvl3pPr>
            <a:lvl4pPr indent="-304800" lvl="3" marL="1828800" algn="l">
              <a:lnSpc>
                <a:spcPct val="120000"/>
              </a:lnSpc>
              <a:spcBef>
                <a:spcPts val="1000"/>
              </a:spcBef>
              <a:spcAft>
                <a:spcPts val="0"/>
              </a:spcAft>
              <a:buClr>
                <a:schemeClr val="accent3"/>
              </a:buClr>
              <a:buSzPts val="1200"/>
              <a:buFont typeface="Arial"/>
              <a:buChar char="•"/>
              <a:defRPr sz="1200">
                <a:solidFill>
                  <a:schemeClr val="lt1"/>
                </a:solidFill>
                <a:latin typeface="Arial"/>
                <a:ea typeface="Arial"/>
                <a:cs typeface="Arial"/>
                <a:sym typeface="Arial"/>
              </a:defRPr>
            </a:lvl4pPr>
            <a:lvl5pPr indent="-304800" lvl="4" marL="2286000" algn="l">
              <a:lnSpc>
                <a:spcPct val="120000"/>
              </a:lnSpc>
              <a:spcBef>
                <a:spcPts val="1000"/>
              </a:spcBef>
              <a:spcAft>
                <a:spcPts val="0"/>
              </a:spcAft>
              <a:buClr>
                <a:schemeClr val="accent3"/>
              </a:buClr>
              <a:buSzPts val="1200"/>
              <a:buFont typeface="Arial"/>
              <a:buChar char="•"/>
              <a:defRPr sz="1200">
                <a:solidFill>
                  <a:schemeClr val="lt1"/>
                </a:solidFill>
                <a:latin typeface="Arial"/>
                <a:ea typeface="Arial"/>
                <a:cs typeface="Arial"/>
                <a:sym typeface="Aria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0"/>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0"/>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lt1"/>
                </a:solidFill>
                <a:latin typeface="Arial"/>
                <a:ea typeface="Arial"/>
                <a:cs typeface="Arial"/>
                <a:sym typeface="Arial"/>
              </a:defRPr>
            </a:lvl1pPr>
            <a:lvl2pPr indent="0" lvl="1" marL="0" marR="0" algn="r">
              <a:spcBef>
                <a:spcPts val="0"/>
              </a:spcBef>
              <a:buNone/>
              <a:defRPr sz="1200">
                <a:solidFill>
                  <a:schemeClr val="lt1"/>
                </a:solidFill>
                <a:latin typeface="Arial"/>
                <a:ea typeface="Arial"/>
                <a:cs typeface="Arial"/>
                <a:sym typeface="Arial"/>
              </a:defRPr>
            </a:lvl2pPr>
            <a:lvl3pPr indent="0" lvl="2" marL="0" marR="0" algn="r">
              <a:spcBef>
                <a:spcPts val="0"/>
              </a:spcBef>
              <a:buNone/>
              <a:defRPr sz="1200">
                <a:solidFill>
                  <a:schemeClr val="lt1"/>
                </a:solidFill>
                <a:latin typeface="Arial"/>
                <a:ea typeface="Arial"/>
                <a:cs typeface="Arial"/>
                <a:sym typeface="Arial"/>
              </a:defRPr>
            </a:lvl3pPr>
            <a:lvl4pPr indent="0" lvl="3" marL="0" marR="0" algn="r">
              <a:spcBef>
                <a:spcPts val="0"/>
              </a:spcBef>
              <a:buNone/>
              <a:defRPr sz="1200">
                <a:solidFill>
                  <a:schemeClr val="lt1"/>
                </a:solidFill>
                <a:latin typeface="Arial"/>
                <a:ea typeface="Arial"/>
                <a:cs typeface="Arial"/>
                <a:sym typeface="Arial"/>
              </a:defRPr>
            </a:lvl4pPr>
            <a:lvl5pPr indent="0" lvl="4" marL="0" marR="0" algn="r">
              <a:spcBef>
                <a:spcPts val="0"/>
              </a:spcBef>
              <a:buNone/>
              <a:defRPr sz="1200">
                <a:solidFill>
                  <a:schemeClr val="lt1"/>
                </a:solidFill>
                <a:latin typeface="Arial"/>
                <a:ea typeface="Arial"/>
                <a:cs typeface="Arial"/>
                <a:sym typeface="Arial"/>
              </a:defRPr>
            </a:lvl5pPr>
            <a:lvl6pPr indent="0" lvl="5" marL="0" marR="0" algn="r">
              <a:spcBef>
                <a:spcPts val="0"/>
              </a:spcBef>
              <a:buNone/>
              <a:defRPr sz="1200">
                <a:solidFill>
                  <a:schemeClr val="lt1"/>
                </a:solidFill>
                <a:latin typeface="Arial"/>
                <a:ea typeface="Arial"/>
                <a:cs typeface="Arial"/>
                <a:sym typeface="Arial"/>
              </a:defRPr>
            </a:lvl6pPr>
            <a:lvl7pPr indent="0" lvl="6" marL="0" marR="0" algn="r">
              <a:spcBef>
                <a:spcPts val="0"/>
              </a:spcBef>
              <a:buNone/>
              <a:defRPr sz="1200">
                <a:solidFill>
                  <a:schemeClr val="lt1"/>
                </a:solidFill>
                <a:latin typeface="Arial"/>
                <a:ea typeface="Arial"/>
                <a:cs typeface="Arial"/>
                <a:sym typeface="Arial"/>
              </a:defRPr>
            </a:lvl7pPr>
            <a:lvl8pPr indent="0" lvl="7" marL="0" marR="0" algn="r">
              <a:spcBef>
                <a:spcPts val="0"/>
              </a:spcBef>
              <a:buNone/>
              <a:defRPr sz="1200">
                <a:solidFill>
                  <a:schemeClr val="lt1"/>
                </a:solidFill>
                <a:latin typeface="Arial"/>
                <a:ea typeface="Arial"/>
                <a:cs typeface="Arial"/>
                <a:sym typeface="Arial"/>
              </a:defRPr>
            </a:lvl8pPr>
            <a:lvl9pPr indent="0" lvl="8" marL="0" marR="0" algn="r">
              <a:spcBef>
                <a:spcPts val="0"/>
              </a:spcBef>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erre">
  <p:cSld name="Cierre">
    <p:bg>
      <p:bgPr>
        <a:gradFill>
          <a:gsLst>
            <a:gs pos="0">
              <a:schemeClr val="accent4"/>
            </a:gs>
            <a:gs pos="11979">
              <a:srgbClr val="022C94"/>
            </a:gs>
            <a:gs pos="35040">
              <a:srgbClr val="020B11"/>
            </a:gs>
            <a:gs pos="81987">
              <a:srgbClr val="4A017E"/>
            </a:gs>
            <a:gs pos="99000">
              <a:schemeClr val="dk2"/>
            </a:gs>
            <a:gs pos="100000">
              <a:schemeClr val="dk2"/>
            </a:gs>
          </a:gsLst>
          <a:lin ang="5400000" scaled="0"/>
        </a:gradFill>
      </p:bgPr>
    </p:bg>
    <p:spTree>
      <p:nvGrpSpPr>
        <p:cNvPr id="85" name="Shape 85"/>
        <p:cNvGrpSpPr/>
        <p:nvPr/>
      </p:nvGrpSpPr>
      <p:grpSpPr>
        <a:xfrm>
          <a:off x="0" y="0"/>
          <a:ext cx="0" cy="0"/>
          <a:chOff x="0" y="0"/>
          <a:chExt cx="0" cy="0"/>
        </a:xfrm>
      </p:grpSpPr>
      <p:grpSp>
        <p:nvGrpSpPr>
          <p:cNvPr id="86" name="Google Shape;86;p31"/>
          <p:cNvGrpSpPr/>
          <p:nvPr/>
        </p:nvGrpSpPr>
        <p:grpSpPr>
          <a:xfrm>
            <a:off x="4575462" y="4137"/>
            <a:ext cx="7616537" cy="6853863"/>
            <a:chOff x="4575462" y="4137"/>
            <a:chExt cx="7616537" cy="6853863"/>
          </a:xfrm>
        </p:grpSpPr>
        <p:grpSp>
          <p:nvGrpSpPr>
            <p:cNvPr id="87" name="Google Shape;87;p31"/>
            <p:cNvGrpSpPr/>
            <p:nvPr/>
          </p:nvGrpSpPr>
          <p:grpSpPr>
            <a:xfrm>
              <a:off x="4575462" y="691665"/>
              <a:ext cx="364018" cy="857035"/>
              <a:chOff x="468157" y="1144246"/>
              <a:chExt cx="364018" cy="857035"/>
            </a:xfrm>
          </p:grpSpPr>
          <p:sp>
            <p:nvSpPr>
              <p:cNvPr id="88" name="Google Shape;88;p31"/>
              <p:cNvSpPr/>
              <p:nvPr/>
            </p:nvSpPr>
            <p:spPr>
              <a:xfrm>
                <a:off x="705405" y="1144246"/>
                <a:ext cx="126770" cy="126770"/>
              </a:xfrm>
              <a:prstGeom prst="ellipse">
                <a:avLst/>
              </a:prstGeom>
              <a:noFill/>
              <a:ln cap="flat" cmpd="sng" w="12700">
                <a:solidFill>
                  <a:srgbClr val="82A6FD">
                    <a:alpha val="48627"/>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31"/>
              <p:cNvSpPr/>
              <p:nvPr/>
            </p:nvSpPr>
            <p:spPr>
              <a:xfrm>
                <a:off x="468157" y="1963496"/>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pic>
          <p:nvPicPr>
            <p:cNvPr id="90" name="Google Shape;90;p31"/>
            <p:cNvPicPr preferRelativeResize="0"/>
            <p:nvPr/>
          </p:nvPicPr>
          <p:blipFill rotWithShape="1">
            <a:blip r:embed="rId2">
              <a:alphaModFix/>
            </a:blip>
            <a:srcRect b="0" l="0" r="0" t="0"/>
            <a:stretch/>
          </p:blipFill>
          <p:spPr>
            <a:xfrm>
              <a:off x="6542796" y="4137"/>
              <a:ext cx="5649203" cy="6853863"/>
            </a:xfrm>
            <a:prstGeom prst="rect">
              <a:avLst/>
            </a:prstGeom>
            <a:noFill/>
            <a:ln>
              <a:noFill/>
            </a:ln>
          </p:spPr>
        </p:pic>
      </p:grpSp>
      <p:sp>
        <p:nvSpPr>
          <p:cNvPr id="91" name="Google Shape;91;p31"/>
          <p:cNvSpPr txBox="1"/>
          <p:nvPr>
            <p:ph type="title"/>
          </p:nvPr>
        </p:nvSpPr>
        <p:spPr>
          <a:xfrm>
            <a:off x="835831" y="173735"/>
            <a:ext cx="4409514" cy="220370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3"/>
              </a:buClr>
              <a:buSzPts val="3200"/>
              <a:buFont typeface="Arial"/>
              <a:buNone/>
              <a:defRPr sz="3200" cap="none">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1"/>
          <p:cNvSpPr txBox="1"/>
          <p:nvPr>
            <p:ph idx="1" type="body"/>
          </p:nvPr>
        </p:nvSpPr>
        <p:spPr>
          <a:xfrm>
            <a:off x="831850" y="3079119"/>
            <a:ext cx="4413250" cy="2752725"/>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lt1"/>
              </a:buClr>
              <a:buSzPts val="1800"/>
              <a:buNone/>
              <a:defRPr sz="1800">
                <a:solidFill>
                  <a:schemeClr val="lt1"/>
                </a:solidFill>
                <a:latin typeface="Arial"/>
                <a:ea typeface="Arial"/>
                <a:cs typeface="Arial"/>
                <a:sym typeface="Arial"/>
              </a:defRPr>
            </a:lvl1pPr>
            <a:lvl2pPr indent="-330200" lvl="1" marL="914400" algn="l">
              <a:lnSpc>
                <a:spcPct val="120000"/>
              </a:lnSpc>
              <a:spcBef>
                <a:spcPts val="1000"/>
              </a:spcBef>
              <a:spcAft>
                <a:spcPts val="0"/>
              </a:spcAft>
              <a:buClr>
                <a:schemeClr val="accent3"/>
              </a:buClr>
              <a:buSzPts val="1600"/>
              <a:buChar char="•"/>
              <a:defRPr sz="1600">
                <a:solidFill>
                  <a:schemeClr val="lt1"/>
                </a:solidFill>
                <a:latin typeface="Arial"/>
                <a:ea typeface="Arial"/>
                <a:cs typeface="Arial"/>
                <a:sym typeface="Arial"/>
              </a:defRPr>
            </a:lvl2pPr>
            <a:lvl3pPr indent="-317500" lvl="2" marL="1371600" algn="l">
              <a:lnSpc>
                <a:spcPct val="120000"/>
              </a:lnSpc>
              <a:spcBef>
                <a:spcPts val="1000"/>
              </a:spcBef>
              <a:spcAft>
                <a:spcPts val="0"/>
              </a:spcAft>
              <a:buClr>
                <a:schemeClr val="accent3"/>
              </a:buClr>
              <a:buSzPts val="1400"/>
              <a:buChar char="•"/>
              <a:defRPr sz="1400">
                <a:solidFill>
                  <a:schemeClr val="lt1"/>
                </a:solidFill>
                <a:latin typeface="Arial"/>
                <a:ea typeface="Arial"/>
                <a:cs typeface="Arial"/>
                <a:sym typeface="Arial"/>
              </a:defRPr>
            </a:lvl3pPr>
            <a:lvl4pPr indent="-304800" lvl="3" marL="1828800" algn="l">
              <a:lnSpc>
                <a:spcPct val="120000"/>
              </a:lnSpc>
              <a:spcBef>
                <a:spcPts val="1000"/>
              </a:spcBef>
              <a:spcAft>
                <a:spcPts val="0"/>
              </a:spcAft>
              <a:buClr>
                <a:schemeClr val="accent3"/>
              </a:buClr>
              <a:buSzPts val="1200"/>
              <a:buChar char="•"/>
              <a:defRPr sz="1200">
                <a:solidFill>
                  <a:schemeClr val="lt1"/>
                </a:solidFill>
                <a:latin typeface="Arial"/>
                <a:ea typeface="Arial"/>
                <a:cs typeface="Arial"/>
                <a:sym typeface="Arial"/>
              </a:defRPr>
            </a:lvl4pPr>
            <a:lvl5pPr indent="-304800" lvl="4" marL="2286000" algn="l">
              <a:lnSpc>
                <a:spcPct val="120000"/>
              </a:lnSpc>
              <a:spcBef>
                <a:spcPts val="1000"/>
              </a:spcBef>
              <a:spcAft>
                <a:spcPts val="0"/>
              </a:spcAft>
              <a:buClr>
                <a:schemeClr val="accent3"/>
              </a:buClr>
              <a:buSzPts val="1200"/>
              <a:buChar char="•"/>
              <a:defRPr sz="12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3" name="Google Shape;93;p31"/>
          <p:cNvCxnSpPr/>
          <p:nvPr/>
        </p:nvCxnSpPr>
        <p:spPr>
          <a:xfrm>
            <a:off x="835830" y="2679192"/>
            <a:ext cx="4105656" cy="0"/>
          </a:xfrm>
          <a:prstGeom prst="straightConnector1">
            <a:avLst/>
          </a:prstGeom>
          <a:noFill/>
          <a:ln cap="flat" cmpd="sng" w="25400">
            <a:solidFill>
              <a:srgbClr val="022C94"/>
            </a:solidFill>
            <a:prstDash val="solid"/>
            <a:miter lim="8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p:cSld name="Solo el título">
    <p:bg>
      <p:bgPr>
        <a:gradFill>
          <a:gsLst>
            <a:gs pos="0">
              <a:schemeClr val="accent4"/>
            </a:gs>
            <a:gs pos="8000">
              <a:srgbClr val="0342DE"/>
            </a:gs>
            <a:gs pos="27000">
              <a:schemeClr val="dk1"/>
            </a:gs>
            <a:gs pos="81000">
              <a:srgbClr val="4A017E"/>
            </a:gs>
            <a:gs pos="93000">
              <a:schemeClr val="dk2"/>
            </a:gs>
            <a:gs pos="99000">
              <a:srgbClr val="FDB7FD"/>
            </a:gs>
            <a:gs pos="100000">
              <a:srgbClr val="FDB7FD"/>
            </a:gs>
          </a:gsLst>
          <a:lin ang="12600000" scaled="0"/>
        </a:gradFill>
      </p:bgPr>
    </p:bg>
    <p:spTree>
      <p:nvGrpSpPr>
        <p:cNvPr id="94" name="Shape 94"/>
        <p:cNvGrpSpPr/>
        <p:nvPr/>
      </p:nvGrpSpPr>
      <p:grpSpPr>
        <a:xfrm>
          <a:off x="0" y="0"/>
          <a:ext cx="0" cy="0"/>
          <a:chOff x="0" y="0"/>
          <a:chExt cx="0" cy="0"/>
        </a:xfrm>
      </p:grpSpPr>
      <p:pic>
        <p:nvPicPr>
          <p:cNvPr id="95" name="Google Shape;95;p32"/>
          <p:cNvPicPr preferRelativeResize="0"/>
          <p:nvPr/>
        </p:nvPicPr>
        <p:blipFill rotWithShape="1">
          <a:blip r:embed="rId2">
            <a:alphaModFix/>
          </a:blip>
          <a:srcRect b="0" l="0" r="0" t="0"/>
          <a:stretch/>
        </p:blipFill>
        <p:spPr>
          <a:xfrm>
            <a:off x="3" y="1"/>
            <a:ext cx="12192003" cy="6857999"/>
          </a:xfrm>
          <a:prstGeom prst="rect">
            <a:avLst/>
          </a:prstGeom>
          <a:noFill/>
          <a:ln>
            <a:noFill/>
          </a:ln>
        </p:spPr>
      </p:pic>
      <p:sp>
        <p:nvSpPr>
          <p:cNvPr id="96" name="Google Shape;96;p32"/>
          <p:cNvSpPr txBox="1"/>
          <p:nvPr>
            <p:ph type="title"/>
          </p:nvPr>
        </p:nvSpPr>
        <p:spPr>
          <a:xfrm>
            <a:off x="3" y="1821180"/>
            <a:ext cx="12191994" cy="3215641"/>
          </a:xfrm>
          <a:prstGeom prst="rect">
            <a:avLst/>
          </a:prstGeom>
          <a:noFill/>
          <a:ln>
            <a:noFill/>
          </a:ln>
        </p:spPr>
        <p:txBody>
          <a:bodyPr anchorCtr="0" anchor="ctr" bIns="0" lIns="0" spcFirstLastPara="1" rIns="0" wrap="square" tIns="45700">
            <a:noAutofit/>
          </a:bodyPr>
          <a:lstStyle>
            <a:lvl1pPr lvl="0" algn="ctr">
              <a:lnSpc>
                <a:spcPct val="90000"/>
              </a:lnSpc>
              <a:spcBef>
                <a:spcPts val="0"/>
              </a:spcBef>
              <a:spcAft>
                <a:spcPts val="0"/>
              </a:spcAft>
              <a:buClr>
                <a:srgbClr val="1BDEF5"/>
              </a:buClr>
              <a:buSzPts val="6000"/>
              <a:buFont typeface="Arial"/>
              <a:buNone/>
              <a:defRPr sz="60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3">
  <p:cSld name="Título y contenido 3">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97" name="Shape 97"/>
        <p:cNvGrpSpPr/>
        <p:nvPr/>
      </p:nvGrpSpPr>
      <p:grpSpPr>
        <a:xfrm>
          <a:off x="0" y="0"/>
          <a:ext cx="0" cy="0"/>
          <a:chOff x="0" y="0"/>
          <a:chExt cx="0" cy="0"/>
        </a:xfrm>
      </p:grpSpPr>
      <p:grpSp>
        <p:nvGrpSpPr>
          <p:cNvPr id="98" name="Google Shape;98;p33"/>
          <p:cNvGrpSpPr/>
          <p:nvPr/>
        </p:nvGrpSpPr>
        <p:grpSpPr>
          <a:xfrm>
            <a:off x="0" y="-6350"/>
            <a:ext cx="12185770" cy="6864350"/>
            <a:chOff x="0" y="-6350"/>
            <a:chExt cx="12185770" cy="6864350"/>
          </a:xfrm>
        </p:grpSpPr>
        <p:sp>
          <p:nvSpPr>
            <p:cNvPr id="99" name="Google Shape;99;p33"/>
            <p:cNvSpPr/>
            <p:nvPr/>
          </p:nvSpPr>
          <p:spPr>
            <a:xfrm>
              <a:off x="0" y="-6350"/>
              <a:ext cx="6160393" cy="686435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100" name="Google Shape;100;p33"/>
            <p:cNvPicPr preferRelativeResize="0"/>
            <p:nvPr/>
          </p:nvPicPr>
          <p:blipFill rotWithShape="1">
            <a:blip r:embed="rId2">
              <a:alphaModFix/>
            </a:blip>
            <a:srcRect b="0" l="0" r="0" t="0"/>
            <a:stretch/>
          </p:blipFill>
          <p:spPr>
            <a:xfrm rot="5400000">
              <a:off x="5750267" y="410125"/>
              <a:ext cx="6845628" cy="6025377"/>
            </a:xfrm>
            <a:prstGeom prst="rect">
              <a:avLst/>
            </a:prstGeom>
            <a:noFill/>
            <a:ln>
              <a:noFill/>
            </a:ln>
          </p:spPr>
        </p:pic>
        <p:grpSp>
          <p:nvGrpSpPr>
            <p:cNvPr id="101" name="Google Shape;101;p33"/>
            <p:cNvGrpSpPr/>
            <p:nvPr/>
          </p:nvGrpSpPr>
          <p:grpSpPr>
            <a:xfrm rot="10800000">
              <a:off x="5304704" y="259572"/>
              <a:ext cx="584267" cy="390181"/>
              <a:chOff x="1876516" y="596691"/>
              <a:chExt cx="584267" cy="390181"/>
            </a:xfrm>
          </p:grpSpPr>
          <p:sp>
            <p:nvSpPr>
              <p:cNvPr id="102" name="Google Shape;102;p33"/>
              <p:cNvSpPr/>
              <p:nvPr/>
            </p:nvSpPr>
            <p:spPr>
              <a:xfrm>
                <a:off x="1876516" y="842493"/>
                <a:ext cx="144379" cy="144379"/>
              </a:xfrm>
              <a:prstGeom prst="ellipse">
                <a:avLst/>
              </a:prstGeom>
              <a:noFill/>
              <a:ln cap="flat" cmpd="sng" w="12700">
                <a:solidFill>
                  <a:srgbClr val="82A6FD">
                    <a:alpha val="48627"/>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33"/>
              <p:cNvSpPr/>
              <p:nvPr/>
            </p:nvSpPr>
            <p:spPr>
              <a:xfrm>
                <a:off x="2360199" y="596691"/>
                <a:ext cx="100584" cy="100584"/>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04" name="Google Shape;104;p33"/>
          <p:cNvSpPr txBox="1"/>
          <p:nvPr>
            <p:ph type="title"/>
          </p:nvPr>
        </p:nvSpPr>
        <p:spPr>
          <a:xfrm>
            <a:off x="838201" y="365125"/>
            <a:ext cx="4466502" cy="19368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05" name="Google Shape;105;p33"/>
          <p:cNvCxnSpPr/>
          <p:nvPr/>
        </p:nvCxnSpPr>
        <p:spPr>
          <a:xfrm>
            <a:off x="835831" y="2620500"/>
            <a:ext cx="4471665" cy="0"/>
          </a:xfrm>
          <a:prstGeom prst="straightConnector1">
            <a:avLst/>
          </a:prstGeom>
          <a:noFill/>
          <a:ln cap="flat" cmpd="sng" w="25400">
            <a:solidFill>
              <a:srgbClr val="022C94"/>
            </a:solidFill>
            <a:prstDash val="solid"/>
            <a:miter lim="800000"/>
            <a:headEnd len="sm" w="sm" type="none"/>
            <a:tailEnd len="sm" w="sm" type="none"/>
          </a:ln>
        </p:spPr>
      </p:cxnSp>
      <p:sp>
        <p:nvSpPr>
          <p:cNvPr id="106" name="Google Shape;106;p33"/>
          <p:cNvSpPr txBox="1"/>
          <p:nvPr>
            <p:ph idx="1" type="body"/>
          </p:nvPr>
        </p:nvSpPr>
        <p:spPr>
          <a:xfrm>
            <a:off x="838201" y="3097848"/>
            <a:ext cx="4466504" cy="3405187"/>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lt1"/>
              </a:buClr>
              <a:buSzPts val="1800"/>
              <a:buNone/>
              <a:defRPr sz="1800">
                <a:solidFill>
                  <a:schemeClr val="lt1"/>
                </a:solidFill>
                <a:latin typeface="Arial"/>
                <a:ea typeface="Arial"/>
                <a:cs typeface="Arial"/>
                <a:sym typeface="Arial"/>
              </a:defRPr>
            </a:lvl1pPr>
            <a:lvl2pPr indent="-330200" lvl="1" marL="914400" algn="l">
              <a:lnSpc>
                <a:spcPct val="120000"/>
              </a:lnSpc>
              <a:spcBef>
                <a:spcPts val="1000"/>
              </a:spcBef>
              <a:spcAft>
                <a:spcPts val="0"/>
              </a:spcAft>
              <a:buSzPts val="1600"/>
              <a:buChar char="•"/>
              <a:defRPr sz="1600">
                <a:solidFill>
                  <a:schemeClr val="lt1"/>
                </a:solidFill>
                <a:latin typeface="Arial"/>
                <a:ea typeface="Arial"/>
                <a:cs typeface="Arial"/>
                <a:sym typeface="Arial"/>
              </a:defRPr>
            </a:lvl2pPr>
            <a:lvl3pPr indent="-317500" lvl="2" marL="1371600" algn="l">
              <a:lnSpc>
                <a:spcPct val="120000"/>
              </a:lnSpc>
              <a:spcBef>
                <a:spcPts val="1000"/>
              </a:spcBef>
              <a:spcAft>
                <a:spcPts val="0"/>
              </a:spcAft>
              <a:buSzPts val="1400"/>
              <a:buChar char="•"/>
              <a:defRPr sz="1400">
                <a:solidFill>
                  <a:schemeClr val="lt1"/>
                </a:solidFill>
                <a:latin typeface="Arial"/>
                <a:ea typeface="Arial"/>
                <a:cs typeface="Arial"/>
                <a:sym typeface="Arial"/>
              </a:defRPr>
            </a:lvl3pPr>
            <a:lvl4pPr indent="-304800" lvl="3" marL="1828800" algn="l">
              <a:lnSpc>
                <a:spcPct val="120000"/>
              </a:lnSpc>
              <a:spcBef>
                <a:spcPts val="1000"/>
              </a:spcBef>
              <a:spcAft>
                <a:spcPts val="0"/>
              </a:spcAft>
              <a:buSzPts val="1200"/>
              <a:buChar char="•"/>
              <a:defRPr sz="1200">
                <a:solidFill>
                  <a:schemeClr val="lt1"/>
                </a:solidFill>
                <a:latin typeface="Arial"/>
                <a:ea typeface="Arial"/>
                <a:cs typeface="Arial"/>
                <a:sym typeface="Arial"/>
              </a:defRPr>
            </a:lvl4pPr>
            <a:lvl5pPr indent="-304800" lvl="4" marL="2286000" algn="l">
              <a:lnSpc>
                <a:spcPct val="120000"/>
              </a:lnSpc>
              <a:spcBef>
                <a:spcPts val="1000"/>
              </a:spcBef>
              <a:spcAft>
                <a:spcPts val="0"/>
              </a:spcAft>
              <a:buSzPts val="1200"/>
              <a:buChar char="•"/>
              <a:defRPr sz="1200">
                <a:solidFill>
                  <a:schemeClr val="lt1"/>
                </a:solidFill>
                <a:latin typeface="Arial"/>
                <a:ea typeface="Arial"/>
                <a:cs typeface="Arial"/>
                <a:sym typeface="Aria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ítulo y 2 columnas">
  <p:cSld name="3_Título y 2 columnas">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107" name="Shape 107"/>
        <p:cNvGrpSpPr/>
        <p:nvPr/>
      </p:nvGrpSpPr>
      <p:grpSpPr>
        <a:xfrm>
          <a:off x="0" y="0"/>
          <a:ext cx="0" cy="0"/>
          <a:chOff x="0" y="0"/>
          <a:chExt cx="0" cy="0"/>
        </a:xfrm>
      </p:grpSpPr>
      <p:grpSp>
        <p:nvGrpSpPr>
          <p:cNvPr id="108" name="Google Shape;108;p34"/>
          <p:cNvGrpSpPr/>
          <p:nvPr/>
        </p:nvGrpSpPr>
        <p:grpSpPr>
          <a:xfrm>
            <a:off x="3" y="2"/>
            <a:ext cx="12191997" cy="6857998"/>
            <a:chOff x="3" y="2"/>
            <a:chExt cx="12191997" cy="6857998"/>
          </a:xfrm>
        </p:grpSpPr>
        <p:sp>
          <p:nvSpPr>
            <p:cNvPr id="109" name="Google Shape;109;p34"/>
            <p:cNvSpPr/>
            <p:nvPr/>
          </p:nvSpPr>
          <p:spPr>
            <a:xfrm>
              <a:off x="3" y="2"/>
              <a:ext cx="12191997" cy="6857998"/>
            </a:xfrm>
            <a:prstGeom prst="rect">
              <a:avLst/>
            </a:prstGeom>
            <a:gradFill>
              <a:gsLst>
                <a:gs pos="0">
                  <a:srgbClr val="1A012C"/>
                </a:gs>
                <a:gs pos="45000">
                  <a:srgbClr val="1A012C">
                    <a:alpha val="49803"/>
                  </a:srgbClr>
                </a:gs>
                <a:gs pos="100000">
                  <a:srgbClr val="4A017E">
                    <a:alpha val="49803"/>
                  </a:srgbClr>
                </a:gs>
              </a:gsLst>
              <a:path path="circle">
                <a:fillToRect b="50%" l="50%" r="50%" t="50%"/>
              </a:path>
              <a:tileRect/>
            </a:gradFill>
            <a:ln cap="flat" cmpd="sng" w="12700">
              <a:solidFill>
                <a:srgbClr val="69662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110" name="Google Shape;110;p34"/>
            <p:cNvPicPr preferRelativeResize="0"/>
            <p:nvPr/>
          </p:nvPicPr>
          <p:blipFill rotWithShape="1">
            <a:blip r:embed="rId2">
              <a:alphaModFix/>
            </a:blip>
            <a:srcRect b="0" l="0" r="0" t="0"/>
            <a:stretch/>
          </p:blipFill>
          <p:spPr>
            <a:xfrm>
              <a:off x="3" y="2"/>
              <a:ext cx="12191994" cy="6857996"/>
            </a:xfrm>
            <a:prstGeom prst="rect">
              <a:avLst/>
            </a:prstGeom>
            <a:noFill/>
            <a:ln>
              <a:noFill/>
            </a:ln>
          </p:spPr>
        </p:pic>
        <p:grpSp>
          <p:nvGrpSpPr>
            <p:cNvPr id="111" name="Google Shape;111;p34"/>
            <p:cNvGrpSpPr/>
            <p:nvPr/>
          </p:nvGrpSpPr>
          <p:grpSpPr>
            <a:xfrm rot="5400000">
              <a:off x="1645776" y="1222395"/>
              <a:ext cx="431603" cy="412684"/>
              <a:chOff x="1870859" y="869908"/>
              <a:chExt cx="431603" cy="412684"/>
            </a:xfrm>
          </p:grpSpPr>
          <p:sp>
            <p:nvSpPr>
              <p:cNvPr id="112" name="Google Shape;112;p34"/>
              <p:cNvSpPr/>
              <p:nvPr/>
            </p:nvSpPr>
            <p:spPr>
              <a:xfrm rot="10800000">
                <a:off x="1870859" y="1154576"/>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34"/>
              <p:cNvSpPr/>
              <p:nvPr/>
            </p:nvSpPr>
            <p:spPr>
              <a:xfrm>
                <a:off x="2256743" y="869908"/>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14" name="Google Shape;114;p34"/>
            <p:cNvGrpSpPr/>
            <p:nvPr/>
          </p:nvGrpSpPr>
          <p:grpSpPr>
            <a:xfrm rot="-973298">
              <a:off x="10248169" y="5448942"/>
              <a:ext cx="431603" cy="412684"/>
              <a:chOff x="1870859" y="869908"/>
              <a:chExt cx="431603" cy="412684"/>
            </a:xfrm>
          </p:grpSpPr>
          <p:sp>
            <p:nvSpPr>
              <p:cNvPr id="115" name="Google Shape;115;p34"/>
              <p:cNvSpPr/>
              <p:nvPr/>
            </p:nvSpPr>
            <p:spPr>
              <a:xfrm rot="10800000">
                <a:off x="1870859" y="1154576"/>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 name="Google Shape;116;p34"/>
              <p:cNvSpPr/>
              <p:nvPr/>
            </p:nvSpPr>
            <p:spPr>
              <a:xfrm>
                <a:off x="2256743" y="869908"/>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901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17" name="Google Shape;117;p34"/>
          <p:cNvSpPr txBox="1"/>
          <p:nvPr>
            <p:ph type="title"/>
          </p:nvPr>
        </p:nvSpPr>
        <p:spPr>
          <a:xfrm>
            <a:off x="2932448" y="264160"/>
            <a:ext cx="6327105" cy="3373973"/>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rgbClr val="1BDEF5"/>
              </a:buClr>
              <a:buSzPts val="3200"/>
              <a:buFont typeface="Arial"/>
              <a:buNone/>
              <a:defRPr sz="32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34"/>
          <p:cNvSpPr txBox="1"/>
          <p:nvPr>
            <p:ph idx="1" type="subTitle"/>
          </p:nvPr>
        </p:nvSpPr>
        <p:spPr>
          <a:xfrm>
            <a:off x="2932448" y="3962135"/>
            <a:ext cx="6327105" cy="2653771"/>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lt1"/>
              </a:buClr>
              <a:buSzPts val="1800"/>
              <a:buNone/>
              <a:defRPr b="0" i="0" sz="1800" cap="none">
                <a:solidFill>
                  <a:schemeClr val="lt1"/>
                </a:solidFill>
                <a:latin typeface="Arial"/>
                <a:ea typeface="Arial"/>
                <a:cs typeface="Arial"/>
                <a:sym typeface="Aria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y 2 columnas">
  <p:cSld name="2_Título y 2 columnas">
    <p:bg>
      <p:bgPr>
        <a:gradFill>
          <a:gsLst>
            <a:gs pos="0">
              <a:schemeClr val="accent4"/>
            </a:gs>
            <a:gs pos="14000">
              <a:srgbClr val="0342DE"/>
            </a:gs>
            <a:gs pos="55000">
              <a:srgbClr val="02090E"/>
            </a:gs>
            <a:gs pos="81000">
              <a:schemeClr val="accent6"/>
            </a:gs>
            <a:gs pos="100000">
              <a:schemeClr val="dk2"/>
            </a:gs>
          </a:gsLst>
          <a:lin ang="7800000" scaled="0"/>
        </a:gradFill>
      </p:bgPr>
    </p:bg>
    <p:spTree>
      <p:nvGrpSpPr>
        <p:cNvPr id="119" name="Shape 119"/>
        <p:cNvGrpSpPr/>
        <p:nvPr/>
      </p:nvGrpSpPr>
      <p:grpSpPr>
        <a:xfrm>
          <a:off x="0" y="0"/>
          <a:ext cx="0" cy="0"/>
          <a:chOff x="0" y="0"/>
          <a:chExt cx="0" cy="0"/>
        </a:xfrm>
      </p:grpSpPr>
      <p:sp>
        <p:nvSpPr>
          <p:cNvPr id="120" name="Google Shape;120;p35"/>
          <p:cNvSpPr/>
          <p:nvPr/>
        </p:nvSpPr>
        <p:spPr>
          <a:xfrm>
            <a:off x="6039728" y="-6350"/>
            <a:ext cx="6154615" cy="686435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21" name="Google Shape;121;p35"/>
          <p:cNvSpPr txBox="1"/>
          <p:nvPr>
            <p:ph type="title"/>
          </p:nvPr>
        </p:nvSpPr>
        <p:spPr>
          <a:xfrm>
            <a:off x="6889627" y="173736"/>
            <a:ext cx="4352662" cy="220370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35"/>
          <p:cNvSpPr/>
          <p:nvPr>
            <p:ph idx="2" type="pic"/>
          </p:nvPr>
        </p:nvSpPr>
        <p:spPr>
          <a:xfrm>
            <a:off x="336550" y="336550"/>
            <a:ext cx="5303640" cy="6184900"/>
          </a:xfrm>
          <a:prstGeom prst="rect">
            <a:avLst/>
          </a:prstGeom>
          <a:noFill/>
          <a:ln>
            <a:noFill/>
          </a:ln>
        </p:spPr>
      </p:sp>
      <p:sp>
        <p:nvSpPr>
          <p:cNvPr id="123" name="Google Shape;123;p35"/>
          <p:cNvSpPr txBox="1"/>
          <p:nvPr>
            <p:ph idx="1" type="body"/>
          </p:nvPr>
        </p:nvSpPr>
        <p:spPr>
          <a:xfrm>
            <a:off x="6889627" y="3104277"/>
            <a:ext cx="4371560" cy="3022201"/>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chemeClr val="accent3"/>
              </a:buClr>
              <a:buSzPts val="1800"/>
              <a:buFont typeface="Arial"/>
              <a:buChar char="•"/>
              <a:defRPr sz="1800"/>
            </a:lvl2pPr>
            <a:lvl3pPr indent="-342900" lvl="2" marL="1371600" algn="l">
              <a:lnSpc>
                <a:spcPct val="120000"/>
              </a:lnSpc>
              <a:spcBef>
                <a:spcPts val="1000"/>
              </a:spcBef>
              <a:spcAft>
                <a:spcPts val="0"/>
              </a:spcAft>
              <a:buClr>
                <a:schemeClr val="accent3"/>
              </a:buClr>
              <a:buSzPts val="1800"/>
              <a:buFont typeface="Arial"/>
              <a:buChar char="•"/>
              <a:defRPr sz="1800"/>
            </a:lvl3pPr>
            <a:lvl4pPr indent="-342900" lvl="3" marL="1828800" algn="l">
              <a:lnSpc>
                <a:spcPct val="120000"/>
              </a:lnSpc>
              <a:spcBef>
                <a:spcPts val="1000"/>
              </a:spcBef>
              <a:spcAft>
                <a:spcPts val="0"/>
              </a:spcAft>
              <a:buClr>
                <a:schemeClr val="accent3"/>
              </a:buClr>
              <a:buSzPts val="1800"/>
              <a:buFont typeface="Arial"/>
              <a:buChar char="•"/>
              <a:defRPr sz="1800"/>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35"/>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lt1"/>
                </a:solidFill>
                <a:latin typeface="Arial"/>
                <a:ea typeface="Arial"/>
                <a:cs typeface="Arial"/>
                <a:sym typeface="Arial"/>
              </a:defRPr>
            </a:lvl1pPr>
            <a:lvl2pPr indent="0" lvl="1" marL="0" marR="0" algn="r">
              <a:spcBef>
                <a:spcPts val="0"/>
              </a:spcBef>
              <a:buNone/>
              <a:defRPr sz="1200">
                <a:solidFill>
                  <a:schemeClr val="lt1"/>
                </a:solidFill>
                <a:latin typeface="Arial"/>
                <a:ea typeface="Arial"/>
                <a:cs typeface="Arial"/>
                <a:sym typeface="Arial"/>
              </a:defRPr>
            </a:lvl2pPr>
            <a:lvl3pPr indent="0" lvl="2" marL="0" marR="0" algn="r">
              <a:spcBef>
                <a:spcPts val="0"/>
              </a:spcBef>
              <a:buNone/>
              <a:defRPr sz="1200">
                <a:solidFill>
                  <a:schemeClr val="lt1"/>
                </a:solidFill>
                <a:latin typeface="Arial"/>
                <a:ea typeface="Arial"/>
                <a:cs typeface="Arial"/>
                <a:sym typeface="Arial"/>
              </a:defRPr>
            </a:lvl3pPr>
            <a:lvl4pPr indent="0" lvl="3" marL="0" marR="0" algn="r">
              <a:spcBef>
                <a:spcPts val="0"/>
              </a:spcBef>
              <a:buNone/>
              <a:defRPr sz="1200">
                <a:solidFill>
                  <a:schemeClr val="lt1"/>
                </a:solidFill>
                <a:latin typeface="Arial"/>
                <a:ea typeface="Arial"/>
                <a:cs typeface="Arial"/>
                <a:sym typeface="Arial"/>
              </a:defRPr>
            </a:lvl4pPr>
            <a:lvl5pPr indent="0" lvl="4" marL="0" marR="0" algn="r">
              <a:spcBef>
                <a:spcPts val="0"/>
              </a:spcBef>
              <a:buNone/>
              <a:defRPr sz="1200">
                <a:solidFill>
                  <a:schemeClr val="lt1"/>
                </a:solidFill>
                <a:latin typeface="Arial"/>
                <a:ea typeface="Arial"/>
                <a:cs typeface="Arial"/>
                <a:sym typeface="Arial"/>
              </a:defRPr>
            </a:lvl5pPr>
            <a:lvl6pPr indent="0" lvl="5" marL="0" marR="0" algn="r">
              <a:spcBef>
                <a:spcPts val="0"/>
              </a:spcBef>
              <a:buNone/>
              <a:defRPr sz="1200">
                <a:solidFill>
                  <a:schemeClr val="lt1"/>
                </a:solidFill>
                <a:latin typeface="Arial"/>
                <a:ea typeface="Arial"/>
                <a:cs typeface="Arial"/>
                <a:sym typeface="Arial"/>
              </a:defRPr>
            </a:lvl6pPr>
            <a:lvl7pPr indent="0" lvl="6" marL="0" marR="0" algn="r">
              <a:spcBef>
                <a:spcPts val="0"/>
              </a:spcBef>
              <a:buNone/>
              <a:defRPr sz="1200">
                <a:solidFill>
                  <a:schemeClr val="lt1"/>
                </a:solidFill>
                <a:latin typeface="Arial"/>
                <a:ea typeface="Arial"/>
                <a:cs typeface="Arial"/>
                <a:sym typeface="Arial"/>
              </a:defRPr>
            </a:lvl7pPr>
            <a:lvl8pPr indent="0" lvl="7" marL="0" marR="0" algn="r">
              <a:spcBef>
                <a:spcPts val="0"/>
              </a:spcBef>
              <a:buNone/>
              <a:defRPr sz="1200">
                <a:solidFill>
                  <a:schemeClr val="lt1"/>
                </a:solidFill>
                <a:latin typeface="Arial"/>
                <a:ea typeface="Arial"/>
                <a:cs typeface="Arial"/>
                <a:sym typeface="Arial"/>
              </a:defRPr>
            </a:lvl8pPr>
            <a:lvl9pPr indent="0" lvl="8" marL="0" marR="0" algn="r">
              <a:spcBef>
                <a:spcPts val="0"/>
              </a:spcBef>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25" name="Google Shape;125;p35"/>
          <p:cNvCxnSpPr/>
          <p:nvPr/>
        </p:nvCxnSpPr>
        <p:spPr>
          <a:xfrm>
            <a:off x="6889627" y="2679480"/>
            <a:ext cx="4352662" cy="0"/>
          </a:xfrm>
          <a:prstGeom prst="straightConnector1">
            <a:avLst/>
          </a:prstGeom>
          <a:noFill/>
          <a:ln cap="flat" cmpd="sng" w="25400">
            <a:solidFill>
              <a:srgbClr val="022C94"/>
            </a:solidFill>
            <a:prstDash val="solid"/>
            <a:miter lim="8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ítulo y 2 columnas">
  <p:cSld name="9_Título y 2 columnas">
    <p:bg>
      <p:bgPr>
        <a:gradFill>
          <a:gsLst>
            <a:gs pos="0">
              <a:schemeClr val="accent4"/>
            </a:gs>
            <a:gs pos="14000">
              <a:srgbClr val="0342DE"/>
            </a:gs>
            <a:gs pos="55000">
              <a:srgbClr val="02090E"/>
            </a:gs>
            <a:gs pos="81000">
              <a:schemeClr val="accent6"/>
            </a:gs>
            <a:gs pos="100000">
              <a:schemeClr val="dk2"/>
            </a:gs>
          </a:gsLst>
          <a:lin ang="2700000" scaled="0"/>
        </a:gradFill>
      </p:bgPr>
    </p:bg>
    <p:spTree>
      <p:nvGrpSpPr>
        <p:cNvPr id="126" name="Shape 126"/>
        <p:cNvGrpSpPr/>
        <p:nvPr/>
      </p:nvGrpSpPr>
      <p:grpSpPr>
        <a:xfrm>
          <a:off x="0" y="0"/>
          <a:ext cx="0" cy="0"/>
          <a:chOff x="0" y="0"/>
          <a:chExt cx="0" cy="0"/>
        </a:xfrm>
      </p:grpSpPr>
      <p:sp>
        <p:nvSpPr>
          <p:cNvPr id="127" name="Google Shape;127;p36"/>
          <p:cNvSpPr/>
          <p:nvPr/>
        </p:nvSpPr>
        <p:spPr>
          <a:xfrm>
            <a:off x="0" y="-6350"/>
            <a:ext cx="4646951" cy="686435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cxnSp>
        <p:nvCxnSpPr>
          <p:cNvPr id="128" name="Google Shape;128;p36"/>
          <p:cNvCxnSpPr/>
          <p:nvPr/>
        </p:nvCxnSpPr>
        <p:spPr>
          <a:xfrm>
            <a:off x="835831" y="2680134"/>
            <a:ext cx="3312000" cy="0"/>
          </a:xfrm>
          <a:prstGeom prst="straightConnector1">
            <a:avLst/>
          </a:prstGeom>
          <a:noFill/>
          <a:ln cap="flat" cmpd="sng" w="25400">
            <a:solidFill>
              <a:srgbClr val="022C94"/>
            </a:solidFill>
            <a:prstDash val="solid"/>
            <a:miter lim="800000"/>
            <a:headEnd len="sm" w="sm" type="none"/>
            <a:tailEnd len="sm" w="sm" type="none"/>
          </a:ln>
        </p:spPr>
      </p:cxnSp>
      <p:sp>
        <p:nvSpPr>
          <p:cNvPr id="129" name="Google Shape;129;p36"/>
          <p:cNvSpPr txBox="1"/>
          <p:nvPr>
            <p:ph type="title"/>
          </p:nvPr>
        </p:nvSpPr>
        <p:spPr>
          <a:xfrm>
            <a:off x="835370" y="171396"/>
            <a:ext cx="3736630" cy="220235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36"/>
          <p:cNvSpPr txBox="1"/>
          <p:nvPr>
            <p:ph idx="1" type="body"/>
          </p:nvPr>
        </p:nvSpPr>
        <p:spPr>
          <a:xfrm>
            <a:off x="841716" y="3078480"/>
            <a:ext cx="3108193" cy="3047997"/>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chemeClr val="accent3"/>
              </a:buClr>
              <a:buSzPts val="1800"/>
              <a:buFont typeface="Arial"/>
              <a:buChar char="•"/>
              <a:defRPr sz="1800"/>
            </a:lvl2pPr>
            <a:lvl3pPr indent="-342900" lvl="2" marL="1371600" algn="l">
              <a:lnSpc>
                <a:spcPct val="120000"/>
              </a:lnSpc>
              <a:spcBef>
                <a:spcPts val="1000"/>
              </a:spcBef>
              <a:spcAft>
                <a:spcPts val="0"/>
              </a:spcAft>
              <a:buClr>
                <a:schemeClr val="accent3"/>
              </a:buClr>
              <a:buSzPts val="1800"/>
              <a:buFont typeface="Arial"/>
              <a:buChar char="•"/>
              <a:defRPr sz="1800"/>
            </a:lvl3pPr>
            <a:lvl4pPr indent="-342900" lvl="3" marL="1828800" algn="l">
              <a:lnSpc>
                <a:spcPct val="120000"/>
              </a:lnSpc>
              <a:spcBef>
                <a:spcPts val="1000"/>
              </a:spcBef>
              <a:spcAft>
                <a:spcPts val="0"/>
              </a:spcAft>
              <a:buClr>
                <a:schemeClr val="accent3"/>
              </a:buClr>
              <a:buSzPts val="1800"/>
              <a:buFont typeface="Arial"/>
              <a:buChar char="•"/>
              <a:defRPr sz="1800"/>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36"/>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1"/>
            </a:gs>
            <a:gs pos="99000">
              <a:srgbClr val="05202E"/>
            </a:gs>
            <a:gs pos="100000">
              <a:srgbClr val="05202E"/>
            </a:gs>
          </a:gsLst>
          <a:lin ang="5400000" scaled="0"/>
        </a:gra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4400"/>
              <a:buFont typeface="Arial"/>
              <a:buNone/>
              <a:defRPr b="0" i="0" sz="4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3"/>
              </a:buClr>
              <a:buSzPts val="2800"/>
              <a:buFont typeface="Arial"/>
              <a:buNone/>
              <a:defRPr b="0" i="0" sz="2800" u="none" cap="none" strike="noStrike">
                <a:solidFill>
                  <a:schemeClr val="accent3"/>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Arial"/>
                <a:ea typeface="Arial"/>
                <a:cs typeface="Arial"/>
                <a:sym typeface="Arial"/>
              </a:defRPr>
            </a:lvl1pPr>
            <a:lvl2pPr indent="0" lvl="1" marL="0" marR="0" rtl="0" algn="r">
              <a:spcBef>
                <a:spcPts val="0"/>
              </a:spcBef>
              <a:buNone/>
              <a:defRPr b="0" i="0" sz="1200" u="none" cap="none" strike="noStrike">
                <a:solidFill>
                  <a:schemeClr val="lt1"/>
                </a:solidFill>
                <a:latin typeface="Arial"/>
                <a:ea typeface="Arial"/>
                <a:cs typeface="Arial"/>
                <a:sym typeface="Arial"/>
              </a:defRPr>
            </a:lvl2pPr>
            <a:lvl3pPr indent="0" lvl="2" marL="0" marR="0" rtl="0" algn="r">
              <a:spcBef>
                <a:spcPts val="0"/>
              </a:spcBef>
              <a:buNone/>
              <a:defRPr b="0" i="0" sz="1200" u="none" cap="none" strike="noStrike">
                <a:solidFill>
                  <a:schemeClr val="lt1"/>
                </a:solidFill>
                <a:latin typeface="Arial"/>
                <a:ea typeface="Arial"/>
                <a:cs typeface="Arial"/>
                <a:sym typeface="Arial"/>
              </a:defRPr>
            </a:lvl3pPr>
            <a:lvl4pPr indent="0" lvl="3" marL="0" marR="0" rtl="0" algn="r">
              <a:spcBef>
                <a:spcPts val="0"/>
              </a:spcBef>
              <a:buNone/>
              <a:defRPr b="0" i="0" sz="1200" u="none" cap="none" strike="noStrike">
                <a:solidFill>
                  <a:schemeClr val="lt1"/>
                </a:solidFill>
                <a:latin typeface="Arial"/>
                <a:ea typeface="Arial"/>
                <a:cs typeface="Arial"/>
                <a:sym typeface="Arial"/>
              </a:defRPr>
            </a:lvl4pPr>
            <a:lvl5pPr indent="0" lvl="4" marL="0" marR="0" rtl="0" algn="r">
              <a:spcBef>
                <a:spcPts val="0"/>
              </a:spcBef>
              <a:buNone/>
              <a:defRPr b="0" i="0" sz="1200" u="none" cap="none" strike="noStrike">
                <a:solidFill>
                  <a:schemeClr val="lt1"/>
                </a:solidFill>
                <a:latin typeface="Arial"/>
                <a:ea typeface="Arial"/>
                <a:cs typeface="Arial"/>
                <a:sym typeface="Arial"/>
              </a:defRPr>
            </a:lvl5pPr>
            <a:lvl6pPr indent="0" lvl="5" marL="0" marR="0" rtl="0" algn="r">
              <a:spcBef>
                <a:spcPts val="0"/>
              </a:spcBef>
              <a:buNone/>
              <a:defRPr b="0" i="0" sz="1200" u="none" cap="none" strike="noStrike">
                <a:solidFill>
                  <a:schemeClr val="lt1"/>
                </a:solidFill>
                <a:latin typeface="Arial"/>
                <a:ea typeface="Arial"/>
                <a:cs typeface="Arial"/>
                <a:sym typeface="Arial"/>
              </a:defRPr>
            </a:lvl6pPr>
            <a:lvl7pPr indent="0" lvl="6" marL="0" marR="0" rtl="0" algn="r">
              <a:spcBef>
                <a:spcPts val="0"/>
              </a:spcBef>
              <a:buNone/>
              <a:defRPr b="0" i="0" sz="1200" u="none" cap="none" strike="noStrike">
                <a:solidFill>
                  <a:schemeClr val="lt1"/>
                </a:solidFill>
                <a:latin typeface="Arial"/>
                <a:ea typeface="Arial"/>
                <a:cs typeface="Arial"/>
                <a:sym typeface="Arial"/>
              </a:defRPr>
            </a:lvl7pPr>
            <a:lvl8pPr indent="0" lvl="7" marL="0" marR="0" rtl="0" algn="r">
              <a:spcBef>
                <a:spcPts val="0"/>
              </a:spcBef>
              <a:buNone/>
              <a:defRPr b="0" i="0" sz="1200" u="none" cap="none" strike="noStrike">
                <a:solidFill>
                  <a:schemeClr val="lt1"/>
                </a:solidFill>
                <a:latin typeface="Arial"/>
                <a:ea typeface="Arial"/>
                <a:cs typeface="Arial"/>
                <a:sym typeface="Arial"/>
              </a:defRPr>
            </a:lvl8pPr>
            <a:lvl9pPr indent="0" lvl="8" marL="0" marR="0" rtl="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developer.mozilla.org/en-US/docs/Learn/JavaScript/Asynchronous" TargetMode="External"/><Relationship Id="rId4" Type="http://schemas.openxmlformats.org/officeDocument/2006/relationships/hyperlink" Target="https://rahulkmittal.medium.com/asynchronous-programming-with-async-and-await-in-c-d42ec5fb7532" TargetMode="External"/><Relationship Id="rId9" Type="http://schemas.openxmlformats.org/officeDocument/2006/relationships/hyperlink" Target="https://www.freecodecamp.org/espanol/news/tutorial-de-fetch-api-en-javascript-con-ejemplos-de-js-fetch-post-y-header/" TargetMode="External"/><Relationship Id="rId5" Type="http://schemas.openxmlformats.org/officeDocument/2006/relationships/hyperlink" Target="https://codigofacilito.com/articulos/js-programacion-asincrona" TargetMode="External"/><Relationship Id="rId6" Type="http://schemas.openxmlformats.org/officeDocument/2006/relationships/hyperlink" Target="https://developer.mozilla.org/es/docs/Web/JavaScript/Reference/Global_Objects/Promise" TargetMode="External"/><Relationship Id="rId7" Type="http://schemas.openxmlformats.org/officeDocument/2006/relationships/hyperlink" Target="https://developer.mozilla.org/en-US/docs/Web/JavaScript/Reference/Statements/async_function" TargetMode="External"/><Relationship Id="rId8" Type="http://schemas.openxmlformats.org/officeDocument/2006/relationships/hyperlink" Target="https://www.freecodecamp.org/news/javascript-fetch-api-for-beginner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
          <p:cNvSpPr txBox="1"/>
          <p:nvPr>
            <p:ph type="title"/>
          </p:nvPr>
        </p:nvSpPr>
        <p:spPr>
          <a:xfrm>
            <a:off x="0" y="304799"/>
            <a:ext cx="12191998" cy="3215641"/>
          </a:xfrm>
          <a:prstGeom prst="rect">
            <a:avLst/>
          </a:prstGeom>
          <a:noFill/>
          <a:ln>
            <a:noFill/>
          </a:ln>
        </p:spPr>
        <p:txBody>
          <a:bodyPr anchorCtr="0" anchor="b" bIns="0" lIns="0" spcFirstLastPara="1" rIns="0" wrap="square" tIns="45700">
            <a:noAutofit/>
          </a:bodyPr>
          <a:lstStyle/>
          <a:p>
            <a:pPr indent="0" lvl="0" marL="0" rtl="0" algn="ctr">
              <a:lnSpc>
                <a:spcPct val="90000"/>
              </a:lnSpc>
              <a:spcBef>
                <a:spcPts val="0"/>
              </a:spcBef>
              <a:spcAft>
                <a:spcPts val="0"/>
              </a:spcAft>
              <a:buClr>
                <a:srgbClr val="1BDEF5"/>
              </a:buClr>
              <a:buSzPts val="4800"/>
              <a:buFont typeface="Arial"/>
              <a:buNone/>
            </a:pPr>
            <a:r>
              <a:rPr b="0" i="0" lang="en-US" sz="4800" u="none" cap="none" strike="noStrike">
                <a:solidFill>
                  <a:srgbClr val="1BDEF5"/>
                </a:solidFill>
                <a:latin typeface="Arial"/>
                <a:ea typeface="Arial"/>
                <a:cs typeface="Arial"/>
                <a:sym typeface="Arial"/>
              </a:rPr>
              <a:t>PROGRAMACIÓN ASÍNCRONA</a:t>
            </a:r>
            <a:endParaRPr b="0" i="0" sz="4800" u="none" cap="none" strike="noStrike">
              <a:solidFill>
                <a:srgbClr val="1BDEF5"/>
              </a:solidFill>
              <a:latin typeface="Arial"/>
              <a:ea typeface="Arial"/>
              <a:cs typeface="Arial"/>
              <a:sym typeface="Arial"/>
            </a:endParaRPr>
          </a:p>
        </p:txBody>
      </p:sp>
      <p:sp>
        <p:nvSpPr>
          <p:cNvPr id="138" name="Google Shape;138;p1"/>
          <p:cNvSpPr txBox="1"/>
          <p:nvPr>
            <p:ph idx="1" type="subTitle"/>
          </p:nvPr>
        </p:nvSpPr>
        <p:spPr>
          <a:xfrm>
            <a:off x="3" y="3670628"/>
            <a:ext cx="12191997" cy="2577772"/>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accent3"/>
              </a:buClr>
              <a:buSzPts val="3200"/>
              <a:buFont typeface="Arial"/>
              <a:buNone/>
            </a:pPr>
            <a:r>
              <a:rPr b="0" i="0" lang="en-US" sz="3200" u="none" cap="none" strike="noStrike">
                <a:solidFill>
                  <a:schemeClr val="accent3"/>
                </a:solidFill>
                <a:latin typeface="Arial"/>
                <a:ea typeface="Arial"/>
                <a:cs typeface="Arial"/>
                <a:sym typeface="Arial"/>
              </a:rPr>
              <a:t>CONCEPTOS</a:t>
            </a:r>
            <a:endParaRPr b="0" i="0" sz="3200" u="none" cap="none" strike="noStrike">
              <a:solidFill>
                <a:schemeClr val="accent3"/>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
          <p:cNvSpPr txBox="1"/>
          <p:nvPr>
            <p:ph type="title"/>
          </p:nvPr>
        </p:nvSpPr>
        <p:spPr>
          <a:xfrm>
            <a:off x="799891" y="511762"/>
            <a:ext cx="4960830" cy="2785158"/>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INTRODUCCIÓN</a:t>
            </a:r>
            <a:endParaRPr/>
          </a:p>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PROMESAS</a:t>
            </a:r>
            <a:endParaRPr b="0" i="0" sz="2400" u="none" cap="none" strike="noStrike">
              <a:solidFill>
                <a:schemeClr val="lt1"/>
              </a:solidFill>
              <a:latin typeface="Arial"/>
              <a:ea typeface="Arial"/>
              <a:cs typeface="Arial"/>
              <a:sym typeface="Arial"/>
            </a:endParaRPr>
          </a:p>
          <a:p>
            <a:pPr indent="0" lvl="0" marL="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ASYNC Y AWAIT</a:t>
            </a:r>
            <a:endParaRPr b="0" i="0" sz="2400"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FETCH</a:t>
            </a:r>
            <a:endParaRPr b="0" i="0" sz="2400" u="none" cap="none" strike="noStrike">
              <a:solidFill>
                <a:schemeClr val="lt1"/>
              </a:solidFill>
              <a:latin typeface="Arial"/>
              <a:ea typeface="Arial"/>
              <a:cs typeface="Arial"/>
              <a:sym typeface="Arial"/>
            </a:endParaRPr>
          </a:p>
        </p:txBody>
      </p:sp>
      <p:sp>
        <p:nvSpPr>
          <p:cNvPr id="145" name="Google Shape;145;p2"/>
          <p:cNvSpPr txBox="1"/>
          <p:nvPr>
            <p:ph idx="1" type="subTitle"/>
          </p:nvPr>
        </p:nvSpPr>
        <p:spPr>
          <a:xfrm>
            <a:off x="802640" y="3484615"/>
            <a:ext cx="4958081" cy="238786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1BDEF5"/>
              </a:buClr>
              <a:buSzPts val="3200"/>
              <a:buFont typeface="Arial"/>
              <a:buNone/>
            </a:pPr>
            <a:r>
              <a:rPr b="0" i="0" lang="en-US" sz="3200" u="none" cap="none" strike="noStrike">
                <a:solidFill>
                  <a:srgbClr val="1BDEF5"/>
                </a:solidFill>
                <a:latin typeface="Arial"/>
                <a:ea typeface="Arial"/>
                <a:cs typeface="Arial"/>
                <a:sym typeface="Arial"/>
              </a:rPr>
              <a:t>CONCEPTOS</a:t>
            </a:r>
            <a:endParaRPr/>
          </a:p>
        </p:txBody>
      </p:sp>
      <p:pic>
        <p:nvPicPr>
          <p:cNvPr descr="Personas levantando sus manos" id="146" name="Google Shape;146;p2"/>
          <p:cNvPicPr preferRelativeResize="0"/>
          <p:nvPr/>
        </p:nvPicPr>
        <p:blipFill rotWithShape="1">
          <a:blip r:embed="rId3">
            <a:alphaModFix/>
          </a:blip>
          <a:srcRect b="6253" l="29484" r="25132" t="0"/>
          <a:stretch/>
        </p:blipFill>
        <p:spPr>
          <a:xfrm>
            <a:off x="6497638" y="336550"/>
            <a:ext cx="5322887" cy="6184900"/>
          </a:xfrm>
          <a:prstGeom prst="rect">
            <a:avLst/>
          </a:prstGeom>
          <a:noFill/>
          <a:ln>
            <a:noFill/>
          </a:ln>
        </p:spPr>
      </p:pic>
      <p:sp>
        <p:nvSpPr>
          <p:cNvPr id="147" name="Google Shape;147;p2"/>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
          <p:cNvSpPr txBox="1"/>
          <p:nvPr>
            <p:ph type="title"/>
          </p:nvPr>
        </p:nvSpPr>
        <p:spPr>
          <a:xfrm>
            <a:off x="321869" y="579120"/>
            <a:ext cx="11548261" cy="2733306"/>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chemeClr val="lt1"/>
              </a:buClr>
              <a:buSzPts val="3200"/>
              <a:buFont typeface="Arial"/>
              <a:buNone/>
            </a:pPr>
            <a:r>
              <a:rPr b="0" i="0" lang="en-US" sz="3200" u="none" cap="none" strike="noStrike">
                <a:solidFill>
                  <a:schemeClr val="lt1"/>
                </a:solidFill>
                <a:latin typeface="Arial"/>
                <a:ea typeface="Arial"/>
                <a:cs typeface="Arial"/>
                <a:sym typeface="Arial"/>
              </a:rPr>
              <a:t>INTRODUCCIÓN</a:t>
            </a:r>
            <a:endParaRPr b="0" i="0" sz="3200" u="none" cap="none" strike="noStrike">
              <a:solidFill>
                <a:schemeClr val="lt1"/>
              </a:solidFill>
              <a:latin typeface="Arial"/>
              <a:ea typeface="Arial"/>
              <a:cs typeface="Arial"/>
              <a:sym typeface="Arial"/>
            </a:endParaRPr>
          </a:p>
        </p:txBody>
      </p:sp>
      <p:sp>
        <p:nvSpPr>
          <p:cNvPr id="154" name="Google Shape;154;p3"/>
          <p:cNvSpPr txBox="1"/>
          <p:nvPr>
            <p:ph idx="1" type="subTitle"/>
          </p:nvPr>
        </p:nvSpPr>
        <p:spPr>
          <a:xfrm>
            <a:off x="321868" y="3484615"/>
            <a:ext cx="11562303" cy="238786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BDEF5"/>
              </a:buClr>
              <a:buSzPts val="4000"/>
              <a:buNone/>
            </a:pPr>
            <a:r>
              <a:rPr b="0" i="0" lang="en-US" sz="4000" u="none" cap="none" strike="noStrike">
                <a:solidFill>
                  <a:srgbClr val="1BDEF5"/>
                </a:solidFill>
                <a:latin typeface="Arial"/>
                <a:ea typeface="Arial"/>
                <a:cs typeface="Arial"/>
                <a:sym typeface="Arial"/>
              </a:rPr>
              <a:t>¿QUE ES LA PROGRAMACIÓN ASÍNCRONA?</a:t>
            </a:r>
            <a:endParaRPr b="0" i="0" sz="4000" u="none" cap="none" strike="noStrike">
              <a:solidFill>
                <a:srgbClr val="1BDEF5"/>
              </a:solidFill>
              <a:latin typeface="Arial"/>
              <a:ea typeface="Arial"/>
              <a:cs typeface="Arial"/>
              <a:sym typeface="Arial"/>
            </a:endParaRPr>
          </a:p>
        </p:txBody>
      </p:sp>
      <p:sp>
        <p:nvSpPr>
          <p:cNvPr id="155" name="Google Shape;155;p3"/>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title"/>
          </p:nvPr>
        </p:nvSpPr>
        <p:spPr>
          <a:xfrm>
            <a:off x="2399620" y="162560"/>
            <a:ext cx="8843050" cy="1616904"/>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1BDEF5"/>
              </a:buClr>
              <a:buSzPts val="3200"/>
              <a:buFont typeface="Arial"/>
              <a:buNone/>
            </a:pPr>
            <a:r>
              <a:rPr b="0" i="0" lang="en-US" sz="3200" u="none" cap="none" strike="noStrike">
                <a:solidFill>
                  <a:srgbClr val="1BDEF5"/>
                </a:solidFill>
                <a:latin typeface="Arial"/>
                <a:ea typeface="Arial"/>
                <a:cs typeface="Arial"/>
                <a:sym typeface="Arial"/>
              </a:rPr>
              <a:t>¿QUÉ ES LA PROGRAMACIÓN ASÍNCRONA?</a:t>
            </a:r>
            <a:endParaRPr b="0" i="0" sz="3200" u="none" cap="none" strike="noStrike">
              <a:solidFill>
                <a:srgbClr val="1BDEF5"/>
              </a:solidFill>
              <a:latin typeface="Arial"/>
              <a:ea typeface="Arial"/>
              <a:cs typeface="Arial"/>
              <a:sym typeface="Arial"/>
            </a:endParaRPr>
          </a:p>
        </p:txBody>
      </p:sp>
      <p:sp>
        <p:nvSpPr>
          <p:cNvPr id="162" name="Google Shape;162;p4"/>
          <p:cNvSpPr txBox="1"/>
          <p:nvPr>
            <p:ph idx="1" type="body"/>
          </p:nvPr>
        </p:nvSpPr>
        <p:spPr>
          <a:xfrm>
            <a:off x="2373002" y="2474811"/>
            <a:ext cx="4015098" cy="3528397"/>
          </a:xfrm>
          <a:prstGeom prst="rect">
            <a:avLst/>
          </a:prstGeom>
          <a:noFill/>
          <a:ln>
            <a:noFill/>
          </a:ln>
        </p:spPr>
        <p:txBody>
          <a:bodyPr anchorCtr="0" anchor="t" bIns="45700" lIns="91425" spcFirstLastPara="1" rIns="91425" wrap="square" tIns="45700">
            <a:normAutofit/>
          </a:bodyPr>
          <a:lstStyle/>
          <a:p>
            <a:pPr indent="0" lvl="0" marL="0" marR="0" rtl="0" algn="l">
              <a:lnSpc>
                <a:spcPct val="110000"/>
              </a:lnSpc>
              <a:spcBef>
                <a:spcPts val="0"/>
              </a:spcBef>
              <a:spcAft>
                <a:spcPts val="0"/>
              </a:spcAft>
              <a:buClr>
                <a:schemeClr val="accent6"/>
              </a:buClr>
              <a:buSzPts val="1400"/>
              <a:buFont typeface="Arial"/>
              <a:buNone/>
            </a:pPr>
            <a:r>
              <a:rPr b="0" i="0" lang="en-US" sz="1400" u="none" cap="none" strike="noStrike">
                <a:solidFill>
                  <a:schemeClr val="lt1"/>
                </a:solidFill>
                <a:latin typeface="Arial"/>
                <a:ea typeface="Arial"/>
                <a:cs typeface="Arial"/>
                <a:sym typeface="Arial"/>
              </a:rPr>
              <a:t>Imaginen que están preparando una deliciosa pizza. No pueden hacer todo a la vez: primero deben preparar la masa, luego dejarla leudar, mientras tanto pueden cortar las verduras y preparar la salsa. Finalmente, ensamblan la pizza y la hornean. ¡Este es un ejemplo perfecto de programación asíncrona!</a:t>
            </a:r>
            <a:endParaRPr/>
          </a:p>
          <a:p>
            <a:pPr indent="0" lvl="0" marL="0" marR="0" rtl="0" algn="l">
              <a:lnSpc>
                <a:spcPct val="110000"/>
              </a:lnSpc>
              <a:spcBef>
                <a:spcPts val="1000"/>
              </a:spcBef>
              <a:spcAft>
                <a:spcPts val="0"/>
              </a:spcAft>
              <a:buClr>
                <a:schemeClr val="accent6"/>
              </a:buClr>
              <a:buSzPts val="1400"/>
              <a:buFont typeface="Arial"/>
              <a:buNone/>
            </a:pPr>
            <a:r>
              <a:rPr b="0" i="0" lang="en-US" sz="1400" u="none" cap="none" strike="noStrike">
                <a:solidFill>
                  <a:schemeClr val="lt1"/>
                </a:solidFill>
                <a:latin typeface="Arial"/>
                <a:ea typeface="Arial"/>
                <a:cs typeface="Arial"/>
                <a:sym typeface="Arial"/>
              </a:rPr>
              <a:t>En la programación asíncrona, nuestro código no espera a que una tarea termine para continuar con la siguiente. En cambio, iniciamos una tarea y luego "la olvidamos" por un tiempo, permitiendo que nuestro código continúe ejecutándose. Cuando la tarea termina, se nos notifica y podemos manejar el resultado.</a:t>
            </a:r>
            <a:endParaRPr/>
          </a:p>
          <a:p>
            <a:pPr indent="0" lvl="0" marL="0" marR="0" rtl="0" algn="l">
              <a:lnSpc>
                <a:spcPct val="110000"/>
              </a:lnSpc>
              <a:spcBef>
                <a:spcPts val="1000"/>
              </a:spcBef>
              <a:spcAft>
                <a:spcPts val="0"/>
              </a:spcAft>
              <a:buClr>
                <a:schemeClr val="accent6"/>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Chef está haciendo pizza en el horno. pizzería cocina. ilustración vectorial" id="163" name="Google Shape;163;p4"/>
          <p:cNvPicPr preferRelativeResize="0"/>
          <p:nvPr/>
        </p:nvPicPr>
        <p:blipFill rotWithShape="1">
          <a:blip r:embed="rId3">
            <a:alphaModFix/>
          </a:blip>
          <a:srcRect b="0" l="0" r="0" t="0"/>
          <a:stretch/>
        </p:blipFill>
        <p:spPr>
          <a:xfrm>
            <a:off x="7344626" y="2474811"/>
            <a:ext cx="3528397" cy="3528397"/>
          </a:xfrm>
          <a:prstGeom prst="rect">
            <a:avLst/>
          </a:prstGeom>
          <a:noFill/>
          <a:ln>
            <a:noFill/>
          </a:ln>
        </p:spPr>
      </p:pic>
      <p:sp>
        <p:nvSpPr>
          <p:cNvPr id="164" name="Google Shape;164;p4"/>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5"/>
          <p:cNvSpPr txBox="1"/>
          <p:nvPr>
            <p:ph type="title"/>
          </p:nvPr>
        </p:nvSpPr>
        <p:spPr>
          <a:xfrm>
            <a:off x="741680" y="430482"/>
            <a:ext cx="10500989" cy="132746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1BDEF5"/>
              </a:buClr>
              <a:buSzPts val="3200"/>
              <a:buFont typeface="Arial"/>
              <a:buNone/>
            </a:pPr>
            <a:r>
              <a:rPr b="0" i="0" lang="en-US" sz="3200" u="none" cap="none" strike="noStrike">
                <a:solidFill>
                  <a:srgbClr val="1BDEF5"/>
                </a:solidFill>
                <a:latin typeface="Arial"/>
                <a:ea typeface="Arial"/>
                <a:cs typeface="Arial"/>
                <a:sym typeface="Arial"/>
              </a:rPr>
              <a:t>¿POR QUÉ USAR PROGRAMACIÓN ASÍNCRONA?</a:t>
            </a:r>
            <a:endParaRPr b="0" i="0" sz="3200" u="none" cap="none" strike="noStrike">
              <a:solidFill>
                <a:srgbClr val="1BDEF5"/>
              </a:solidFill>
              <a:latin typeface="Arial"/>
              <a:ea typeface="Arial"/>
              <a:cs typeface="Arial"/>
              <a:sym typeface="Arial"/>
            </a:endParaRPr>
          </a:p>
        </p:txBody>
      </p:sp>
      <p:pic>
        <p:nvPicPr>
          <p:cNvPr descr="A cloud with computer servers connected to a cloud&#10;&#10;Description automatically generated" id="171" name="Google Shape;171;p5"/>
          <p:cNvPicPr preferRelativeResize="0"/>
          <p:nvPr/>
        </p:nvPicPr>
        <p:blipFill rotWithShape="1">
          <a:blip r:embed="rId3">
            <a:alphaModFix/>
          </a:blip>
          <a:srcRect b="0" l="0" r="0" t="0"/>
          <a:stretch/>
        </p:blipFill>
        <p:spPr>
          <a:xfrm>
            <a:off x="897621" y="2465539"/>
            <a:ext cx="3593421" cy="3723753"/>
          </a:xfrm>
          <a:prstGeom prst="rect">
            <a:avLst/>
          </a:prstGeom>
          <a:noFill/>
          <a:ln>
            <a:noFill/>
          </a:ln>
        </p:spPr>
      </p:pic>
      <p:sp>
        <p:nvSpPr>
          <p:cNvPr id="172" name="Google Shape;172;p5"/>
          <p:cNvSpPr txBox="1"/>
          <p:nvPr>
            <p:ph idx="2" type="body"/>
          </p:nvPr>
        </p:nvSpPr>
        <p:spPr>
          <a:xfrm>
            <a:off x="4927600" y="2465539"/>
            <a:ext cx="6315069" cy="3723753"/>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10000"/>
              </a:lnSpc>
              <a:spcBef>
                <a:spcPts val="0"/>
              </a:spcBef>
              <a:spcAft>
                <a:spcPts val="0"/>
              </a:spcAft>
              <a:buClr>
                <a:schemeClr val="accent6"/>
              </a:buClr>
              <a:buSzPts val="1500"/>
              <a:buFont typeface="Arial"/>
              <a:buNone/>
            </a:pPr>
            <a:r>
              <a:rPr b="1" i="0" lang="en-US" sz="1500" u="none" cap="none" strike="noStrike">
                <a:solidFill>
                  <a:schemeClr val="lt1"/>
                </a:solidFill>
                <a:latin typeface="Arial"/>
                <a:ea typeface="Arial"/>
                <a:cs typeface="Arial"/>
                <a:sym typeface="Arial"/>
              </a:rPr>
              <a:t>Mejorar la experiencia del usuario:</a:t>
            </a:r>
            <a:r>
              <a:rPr b="0" i="0" lang="en-US" sz="1500" u="none" cap="none" strike="noStrike">
                <a:solidFill>
                  <a:schemeClr val="lt1"/>
                </a:solidFill>
                <a:latin typeface="Arial"/>
                <a:ea typeface="Arial"/>
                <a:cs typeface="Arial"/>
                <a:sym typeface="Arial"/>
              </a:rPr>
              <a:t> Nuestra aplicación no se bloquea mientras espera que las tareas se completen, lo que la hace más receptiva y fluida.</a:t>
            </a:r>
            <a:endParaRPr b="0" i="0" sz="15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accent6"/>
              </a:buClr>
              <a:buSzPts val="1500"/>
              <a:buFont typeface="Arial"/>
              <a:buNone/>
            </a:pPr>
            <a:r>
              <a:rPr b="1" i="0" lang="en-US" sz="1500" u="none" cap="none" strike="noStrike">
                <a:solidFill>
                  <a:schemeClr val="lt1"/>
                </a:solidFill>
                <a:latin typeface="Arial"/>
                <a:ea typeface="Arial"/>
                <a:cs typeface="Arial"/>
                <a:sym typeface="Arial"/>
              </a:rPr>
              <a:t>Aprovechar mejor los recursos:</a:t>
            </a:r>
            <a:r>
              <a:rPr b="0" i="0" lang="en-US" sz="1500" u="none" cap="none" strike="noStrike">
                <a:solidFill>
                  <a:schemeClr val="lt1"/>
                </a:solidFill>
                <a:latin typeface="Arial"/>
                <a:ea typeface="Arial"/>
                <a:cs typeface="Arial"/>
                <a:sym typeface="Arial"/>
              </a:rPr>
              <a:t> Podemos ejecutar varias tareas al mismo tiempo, lo que permite un mejor uso del CPU y la memoria.</a:t>
            </a:r>
            <a:endParaRPr/>
          </a:p>
          <a:p>
            <a:pPr indent="0" lvl="0" marL="0" marR="0" rtl="0" algn="l">
              <a:lnSpc>
                <a:spcPct val="110000"/>
              </a:lnSpc>
              <a:spcBef>
                <a:spcPts val="1000"/>
              </a:spcBef>
              <a:spcAft>
                <a:spcPts val="0"/>
              </a:spcAft>
              <a:buClr>
                <a:schemeClr val="accent6"/>
              </a:buClr>
              <a:buSzPts val="1500"/>
              <a:buFont typeface="Arial"/>
              <a:buNone/>
            </a:pPr>
            <a:r>
              <a:rPr b="1" i="0" lang="en-US" sz="1500" u="none" cap="none" strike="noStrike">
                <a:solidFill>
                  <a:schemeClr val="lt1"/>
                </a:solidFill>
                <a:latin typeface="Arial"/>
                <a:ea typeface="Arial"/>
                <a:cs typeface="Arial"/>
                <a:sym typeface="Arial"/>
              </a:rPr>
              <a:t>Escribir código más escalable:</a:t>
            </a:r>
            <a:r>
              <a:rPr b="0" i="0" lang="en-US" sz="1500" u="none" cap="none" strike="noStrike">
                <a:solidFill>
                  <a:schemeClr val="lt1"/>
                </a:solidFill>
                <a:latin typeface="Arial"/>
                <a:ea typeface="Arial"/>
                <a:cs typeface="Arial"/>
                <a:sym typeface="Arial"/>
              </a:rPr>
              <a:t> La programación asíncrona facilita el manejo de grandes cantidades de datos y tareas concurrentes.</a:t>
            </a:r>
            <a:endParaRPr/>
          </a:p>
          <a:p>
            <a:pPr indent="0" lvl="0" marL="0" marR="0" rtl="0" algn="l">
              <a:lnSpc>
                <a:spcPct val="110000"/>
              </a:lnSpc>
              <a:spcBef>
                <a:spcPts val="1000"/>
              </a:spcBef>
              <a:spcAft>
                <a:spcPts val="0"/>
              </a:spcAft>
              <a:buClr>
                <a:schemeClr val="accent6"/>
              </a:buClr>
              <a:buSzPts val="1500"/>
              <a:buFont typeface="Arial"/>
              <a:buNone/>
            </a:pPr>
            <a:r>
              <a:rPr b="1" i="0" lang="en-US" sz="1500" u="none" cap="none" strike="noStrike">
                <a:solidFill>
                  <a:srgbClr val="1BDEF5"/>
                </a:solidFill>
                <a:latin typeface="Arial"/>
                <a:ea typeface="Arial"/>
                <a:cs typeface="Arial"/>
                <a:sym typeface="Arial"/>
              </a:rPr>
              <a:t>¿Cómo funciona la programación asíncrona?</a:t>
            </a:r>
            <a:endParaRPr/>
          </a:p>
          <a:p>
            <a:pPr indent="-285750" lvl="0" marL="285750" marR="0" rtl="0" algn="l">
              <a:lnSpc>
                <a:spcPct val="120000"/>
              </a:lnSpc>
              <a:spcBef>
                <a:spcPts val="1000"/>
              </a:spcBef>
              <a:spcAft>
                <a:spcPts val="0"/>
              </a:spcAft>
              <a:buClr>
                <a:schemeClr val="accent6"/>
              </a:buClr>
              <a:buSzPts val="1400"/>
              <a:buFont typeface="Arial"/>
              <a:buChar char="•"/>
            </a:pPr>
            <a:r>
              <a:rPr b="0" i="0" lang="en-US" sz="1400" u="none" cap="none" strike="noStrike">
                <a:solidFill>
                  <a:schemeClr val="lt1"/>
                </a:solidFill>
                <a:latin typeface="Arial"/>
                <a:ea typeface="Arial"/>
                <a:cs typeface="Arial"/>
                <a:sym typeface="Arial"/>
              </a:rPr>
              <a:t>Se utilizan callbacks o promesas para manejar la finalización de las tareas.</a:t>
            </a:r>
            <a:endParaRPr/>
          </a:p>
          <a:p>
            <a:pPr indent="-285750" lvl="0" marL="285750" marR="0" rtl="0" algn="l">
              <a:lnSpc>
                <a:spcPct val="120000"/>
              </a:lnSpc>
              <a:spcBef>
                <a:spcPts val="1000"/>
              </a:spcBef>
              <a:spcAft>
                <a:spcPts val="0"/>
              </a:spcAft>
              <a:buClr>
                <a:schemeClr val="accent6"/>
              </a:buClr>
              <a:buSzPts val="1400"/>
              <a:buFont typeface="Arial"/>
              <a:buChar char="•"/>
            </a:pPr>
            <a:r>
              <a:rPr b="0" i="0" lang="en-US" sz="1400" u="none" cap="none" strike="noStrike">
                <a:solidFill>
                  <a:schemeClr val="lt1"/>
                </a:solidFill>
                <a:latin typeface="Arial"/>
                <a:ea typeface="Arial"/>
                <a:cs typeface="Arial"/>
                <a:sym typeface="Arial"/>
              </a:rPr>
              <a:t>Las callbacks son funciones que se ejecutan cuando una tarea termina.</a:t>
            </a:r>
            <a:endParaRPr/>
          </a:p>
          <a:p>
            <a:pPr indent="-285750" lvl="0" marL="285750" marR="0" rtl="0" algn="l">
              <a:lnSpc>
                <a:spcPct val="120000"/>
              </a:lnSpc>
              <a:spcBef>
                <a:spcPts val="1000"/>
              </a:spcBef>
              <a:spcAft>
                <a:spcPts val="0"/>
              </a:spcAft>
              <a:buClr>
                <a:schemeClr val="accent6"/>
              </a:buClr>
              <a:buSzPts val="1400"/>
              <a:buFont typeface="Arial"/>
              <a:buChar char="•"/>
            </a:pPr>
            <a:r>
              <a:rPr b="0" i="0" lang="en-US" sz="1400" u="none" cap="none" strike="noStrike">
                <a:solidFill>
                  <a:schemeClr val="lt1"/>
                </a:solidFill>
                <a:latin typeface="Arial"/>
                <a:ea typeface="Arial"/>
                <a:cs typeface="Arial"/>
                <a:sym typeface="Arial"/>
              </a:rPr>
              <a:t>Las promesas son objetos que representan el resultado eventual de una tarea.</a:t>
            </a:r>
            <a:endParaRPr/>
          </a:p>
        </p:txBody>
      </p:sp>
      <p:sp>
        <p:nvSpPr>
          <p:cNvPr id="173" name="Google Shape;173;p5"/>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type="title"/>
          </p:nvPr>
        </p:nvSpPr>
        <p:spPr>
          <a:xfrm>
            <a:off x="321869" y="579120"/>
            <a:ext cx="11548261" cy="2733306"/>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chemeClr val="lt1"/>
              </a:buClr>
              <a:buSzPts val="3200"/>
              <a:buFont typeface="Arial"/>
              <a:buNone/>
            </a:pPr>
            <a:r>
              <a:rPr b="0" i="0" lang="en-US" sz="3200" u="none" cap="none" strike="noStrike">
                <a:solidFill>
                  <a:schemeClr val="lt1"/>
                </a:solidFill>
                <a:latin typeface="Arial"/>
                <a:ea typeface="Arial"/>
                <a:cs typeface="Arial"/>
                <a:sym typeface="Arial"/>
              </a:rPr>
              <a:t>PROMESAS</a:t>
            </a:r>
            <a:endParaRPr b="0" i="0" sz="3200" u="none" cap="none" strike="noStrike">
              <a:solidFill>
                <a:schemeClr val="lt1"/>
              </a:solidFill>
              <a:latin typeface="Arial"/>
              <a:ea typeface="Arial"/>
              <a:cs typeface="Arial"/>
              <a:sym typeface="Arial"/>
            </a:endParaRPr>
          </a:p>
        </p:txBody>
      </p:sp>
      <p:sp>
        <p:nvSpPr>
          <p:cNvPr id="180" name="Google Shape;180;p6"/>
          <p:cNvSpPr txBox="1"/>
          <p:nvPr>
            <p:ph idx="1" type="subTitle"/>
          </p:nvPr>
        </p:nvSpPr>
        <p:spPr>
          <a:xfrm>
            <a:off x="321868" y="3484615"/>
            <a:ext cx="11562303" cy="238786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BDEF5"/>
              </a:buClr>
              <a:buSzPts val="4000"/>
              <a:buNone/>
            </a:pPr>
            <a:r>
              <a:rPr b="0" i="0" lang="en-US" sz="4000" u="none" cap="none" strike="noStrike">
                <a:solidFill>
                  <a:srgbClr val="1BDEF5"/>
                </a:solidFill>
                <a:latin typeface="Arial"/>
                <a:ea typeface="Arial"/>
                <a:cs typeface="Arial"/>
                <a:sym typeface="Arial"/>
              </a:rPr>
              <a:t>¿QUE SON LAS PROMESAS?</a:t>
            </a:r>
            <a:endParaRPr b="0" i="0" sz="4000" u="none" cap="none" strike="noStrike">
              <a:solidFill>
                <a:srgbClr val="1BDEF5"/>
              </a:solidFill>
              <a:latin typeface="Arial"/>
              <a:ea typeface="Arial"/>
              <a:cs typeface="Arial"/>
              <a:sym typeface="Arial"/>
            </a:endParaRPr>
          </a:p>
        </p:txBody>
      </p:sp>
      <p:sp>
        <p:nvSpPr>
          <p:cNvPr id="181" name="Google Shape;181;p6"/>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7"/>
          <p:cNvSpPr txBox="1"/>
          <p:nvPr>
            <p:ph type="title"/>
          </p:nvPr>
        </p:nvSpPr>
        <p:spPr>
          <a:xfrm>
            <a:off x="2399620" y="162560"/>
            <a:ext cx="8843050" cy="1616904"/>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1BDEF5"/>
              </a:buClr>
              <a:buSzPts val="4000"/>
              <a:buFont typeface="Arial"/>
              <a:buNone/>
            </a:pPr>
            <a:r>
              <a:rPr b="0" i="0" lang="en-US" sz="4000" u="none" cap="none" strike="noStrike">
                <a:solidFill>
                  <a:srgbClr val="1BDEF5"/>
                </a:solidFill>
                <a:latin typeface="Arial"/>
                <a:ea typeface="Arial"/>
                <a:cs typeface="Arial"/>
                <a:sym typeface="Arial"/>
              </a:rPr>
              <a:t>¿QUE SON LAS PROMESAS?</a:t>
            </a:r>
            <a:endParaRPr b="0" i="0" sz="4000" u="none" cap="none" strike="noStrike">
              <a:solidFill>
                <a:srgbClr val="1BDEF5"/>
              </a:solidFill>
              <a:latin typeface="Arial"/>
              <a:ea typeface="Arial"/>
              <a:cs typeface="Arial"/>
              <a:sym typeface="Arial"/>
            </a:endParaRPr>
          </a:p>
        </p:txBody>
      </p:sp>
      <p:sp>
        <p:nvSpPr>
          <p:cNvPr id="188" name="Google Shape;188;p7"/>
          <p:cNvSpPr txBox="1"/>
          <p:nvPr>
            <p:ph idx="1" type="body"/>
          </p:nvPr>
        </p:nvSpPr>
        <p:spPr>
          <a:xfrm>
            <a:off x="2395413" y="2474811"/>
            <a:ext cx="3992687" cy="3416338"/>
          </a:xfrm>
          <a:prstGeom prst="rect">
            <a:avLst/>
          </a:prstGeom>
          <a:noFill/>
          <a:ln>
            <a:noFill/>
          </a:ln>
        </p:spPr>
        <p:txBody>
          <a:bodyPr anchorCtr="0" anchor="b" bIns="45700" lIns="91425" spcFirstLastPara="1" rIns="91425" wrap="square" tIns="45700">
            <a:noAutofit/>
          </a:bodyPr>
          <a:lstStyle/>
          <a:p>
            <a:pPr indent="0" lvl="0" marL="0" marR="0" rtl="0" algn="l">
              <a:lnSpc>
                <a:spcPct val="110000"/>
              </a:lnSpc>
              <a:spcBef>
                <a:spcPts val="0"/>
              </a:spcBef>
              <a:spcAft>
                <a:spcPts val="0"/>
              </a:spcAft>
              <a:buClr>
                <a:schemeClr val="accent6"/>
              </a:buClr>
              <a:buSzPts val="1800"/>
              <a:buFont typeface="Arial"/>
              <a:buNone/>
            </a:pPr>
            <a:r>
              <a:rPr b="0" i="0" lang="en-US" sz="1800" u="none" cap="none" strike="noStrike">
                <a:solidFill>
                  <a:srgbClr val="FFFFFF"/>
                </a:solidFill>
                <a:latin typeface="Arial"/>
                <a:ea typeface="Arial"/>
                <a:cs typeface="Arial"/>
                <a:sym typeface="Arial"/>
              </a:rPr>
              <a:t>Las promesas son objetos que representan el resultado eventual de una operación asíncrona. Son como cheques que nos </a:t>
            </a:r>
            <a:r>
              <a:rPr lang="en-US">
                <a:solidFill>
                  <a:srgbClr val="FFFFFF"/>
                </a:solidFill>
              </a:rPr>
              <a:t>garantiza</a:t>
            </a:r>
            <a:r>
              <a:rPr b="0" i="0" lang="en-US" sz="1800" u="none" cap="none" strike="noStrike">
                <a:solidFill>
                  <a:srgbClr val="FFFFFF"/>
                </a:solidFill>
                <a:latin typeface="Arial"/>
                <a:ea typeface="Arial"/>
                <a:cs typeface="Arial"/>
                <a:sym typeface="Arial"/>
              </a:rPr>
              <a:t> que recibiremos el resultado de una operación en el futuro, aunque no sepamos exactamente cuándo.</a:t>
            </a:r>
            <a:endParaRPr b="0" i="0" sz="18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accent6"/>
              </a:buClr>
              <a:buSzPts val="1600"/>
              <a:buFont typeface="Arial"/>
              <a:buNone/>
            </a:pPr>
            <a:r>
              <a:t/>
            </a:r>
            <a:endParaRPr b="1" i="0" sz="1600" u="none" cap="none" strike="noStrike">
              <a:solidFill>
                <a:srgbClr val="FFFFFF"/>
              </a:solidFill>
              <a:latin typeface="Arial"/>
              <a:ea typeface="Arial"/>
              <a:cs typeface="Arial"/>
              <a:sym typeface="Arial"/>
            </a:endParaRPr>
          </a:p>
          <a:p>
            <a:pPr indent="0" lvl="0" marL="0" marR="0" rtl="0" algn="l">
              <a:lnSpc>
                <a:spcPct val="110000"/>
              </a:lnSpc>
              <a:spcBef>
                <a:spcPts val="1000"/>
              </a:spcBef>
              <a:spcAft>
                <a:spcPts val="0"/>
              </a:spcAft>
              <a:buClr>
                <a:schemeClr val="accent6"/>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accent6"/>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9" name="Google Shape;189;p7"/>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pic>
        <p:nvPicPr>
          <p:cNvPr descr="Vectores e ilustraciones de Recibir cheque para descargar gratis | Freepik" id="190" name="Google Shape;190;p7"/>
          <p:cNvPicPr preferRelativeResize="0"/>
          <p:nvPr/>
        </p:nvPicPr>
        <p:blipFill rotWithShape="1">
          <a:blip r:embed="rId3">
            <a:alphaModFix/>
          </a:blip>
          <a:srcRect b="0" l="0" r="0" t="0"/>
          <a:stretch/>
        </p:blipFill>
        <p:spPr>
          <a:xfrm>
            <a:off x="7484968" y="2475940"/>
            <a:ext cx="3273240" cy="32844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ph type="title"/>
          </p:nvPr>
        </p:nvSpPr>
        <p:spPr>
          <a:xfrm>
            <a:off x="741680" y="430482"/>
            <a:ext cx="10500989" cy="126022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1CDFF5"/>
              </a:buClr>
              <a:buSzPts val="3200"/>
              <a:buFont typeface="Arial"/>
              <a:buNone/>
            </a:pPr>
            <a:r>
              <a:rPr b="0" i="0" lang="en-US" sz="3200" u="none" cap="none" strike="noStrike">
                <a:solidFill>
                  <a:srgbClr val="1CDFF5"/>
                </a:solidFill>
                <a:latin typeface="Arial"/>
                <a:ea typeface="Arial"/>
                <a:cs typeface="Arial"/>
                <a:sym typeface="Arial"/>
              </a:rPr>
              <a:t>¿POR QUÉ USAR PROMESAS?</a:t>
            </a:r>
            <a:endParaRPr b="0" i="0" sz="3200" u="none" cap="none" strike="noStrike">
              <a:solidFill>
                <a:srgbClr val="1BDEF5"/>
              </a:solidFill>
              <a:latin typeface="Arial"/>
              <a:ea typeface="Arial"/>
              <a:cs typeface="Arial"/>
              <a:sym typeface="Arial"/>
            </a:endParaRPr>
          </a:p>
        </p:txBody>
      </p:sp>
      <p:sp>
        <p:nvSpPr>
          <p:cNvPr id="197" name="Google Shape;197;p8"/>
          <p:cNvSpPr txBox="1"/>
          <p:nvPr>
            <p:ph idx="2" type="body"/>
          </p:nvPr>
        </p:nvSpPr>
        <p:spPr>
          <a:xfrm>
            <a:off x="5241365" y="2196599"/>
            <a:ext cx="6371098" cy="4037516"/>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Clr>
                <a:schemeClr val="accent6"/>
              </a:buClr>
              <a:buSzPts val="1500"/>
              <a:buFont typeface="Arial"/>
              <a:buNone/>
            </a:pPr>
            <a:r>
              <a:rPr b="1" i="0" lang="en-US" sz="1500" u="none" cap="none" strike="noStrike">
                <a:solidFill>
                  <a:srgbClr val="FFFFFF"/>
                </a:solidFill>
                <a:latin typeface="Arial"/>
                <a:ea typeface="Arial"/>
                <a:cs typeface="Arial"/>
                <a:sym typeface="Arial"/>
              </a:rPr>
              <a:t>Evitar el "callback hell":</a:t>
            </a:r>
            <a:r>
              <a:rPr b="0" i="0" lang="en-US" sz="1500" u="none" cap="none" strike="noStrike">
                <a:solidFill>
                  <a:srgbClr val="FFFFFF"/>
                </a:solidFill>
                <a:latin typeface="Arial"/>
                <a:ea typeface="Arial"/>
                <a:cs typeface="Arial"/>
                <a:sym typeface="Arial"/>
              </a:rPr>
              <a:t> Escribir código asíncrono con callbacks puede ser complejo y difícil de leer. Las promesas nos ayudan a escribir código más limpio y organizado.</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1000"/>
              </a:spcBef>
              <a:spcAft>
                <a:spcPts val="0"/>
              </a:spcAft>
              <a:buClr>
                <a:schemeClr val="accent6"/>
              </a:buClr>
              <a:buSzPts val="1500"/>
              <a:buFont typeface="Arial"/>
              <a:buNone/>
            </a:pPr>
            <a:r>
              <a:rPr b="1" i="0" lang="en-US" sz="1500" u="none" cap="none" strike="noStrike">
                <a:solidFill>
                  <a:srgbClr val="FFFFFF"/>
                </a:solidFill>
                <a:latin typeface="Arial"/>
                <a:ea typeface="Arial"/>
                <a:cs typeface="Arial"/>
                <a:sym typeface="Arial"/>
              </a:rPr>
              <a:t>Manejar errores de forma más sencilla:</a:t>
            </a:r>
            <a:r>
              <a:rPr b="0" i="0" lang="en-US" sz="1500" u="none" cap="none" strike="noStrike">
                <a:solidFill>
                  <a:srgbClr val="FFFFFF"/>
                </a:solidFill>
                <a:latin typeface="Arial"/>
                <a:ea typeface="Arial"/>
                <a:cs typeface="Arial"/>
                <a:sym typeface="Arial"/>
              </a:rPr>
              <a:t> Las promesas nos permiten manejar errores de forma centralizada, en lugar de tener que hacerlo en cada callback.</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1000"/>
              </a:spcBef>
              <a:spcAft>
                <a:spcPts val="0"/>
              </a:spcAft>
              <a:buClr>
                <a:schemeClr val="accent6"/>
              </a:buClr>
              <a:buSzPts val="1500"/>
              <a:buFont typeface="Arial"/>
              <a:buNone/>
            </a:pPr>
            <a:r>
              <a:rPr b="1" i="0" lang="en-US" sz="1500" u="none" cap="none" strike="noStrike">
                <a:solidFill>
                  <a:srgbClr val="FFFFFF"/>
                </a:solidFill>
                <a:latin typeface="Arial"/>
                <a:ea typeface="Arial"/>
                <a:cs typeface="Arial"/>
                <a:sym typeface="Arial"/>
              </a:rPr>
              <a:t>Mejorar la legibilidad del código:</a:t>
            </a:r>
            <a:r>
              <a:rPr b="0" i="0" lang="en-US" sz="1500" u="none" cap="none" strike="noStrike">
                <a:solidFill>
                  <a:srgbClr val="FFFFFF"/>
                </a:solidFill>
                <a:latin typeface="Arial"/>
                <a:ea typeface="Arial"/>
                <a:cs typeface="Arial"/>
                <a:sym typeface="Arial"/>
              </a:rPr>
              <a:t> Las promesas hacen que el código asíncrono sea más fácil de leer y comprender.</a:t>
            </a:r>
            <a:endParaRPr b="0" i="0" sz="18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accent6"/>
              </a:buClr>
              <a:buSzPts val="1600"/>
              <a:buFont typeface="Arial"/>
              <a:buNone/>
            </a:pPr>
            <a:r>
              <a:rPr b="1" i="0" lang="en-US" sz="1600" u="none" cap="none" strike="noStrike">
                <a:solidFill>
                  <a:srgbClr val="1BDEF5"/>
                </a:solidFill>
                <a:latin typeface="Arial"/>
                <a:ea typeface="Arial"/>
                <a:cs typeface="Arial"/>
                <a:sym typeface="Arial"/>
              </a:rPr>
              <a:t>¿Cómo funciona las promesas?</a:t>
            </a:r>
            <a:endParaRPr/>
          </a:p>
          <a:p>
            <a:pPr indent="-285750" lvl="0" marL="285750" marR="0" rtl="0" algn="l">
              <a:lnSpc>
                <a:spcPct val="120000"/>
              </a:lnSpc>
              <a:spcBef>
                <a:spcPts val="1000"/>
              </a:spcBef>
              <a:spcAft>
                <a:spcPts val="0"/>
              </a:spcAft>
              <a:buClr>
                <a:schemeClr val="accent6"/>
              </a:buClr>
              <a:buSzPts val="1500"/>
              <a:buFont typeface="Arial"/>
              <a:buChar char="•"/>
            </a:pPr>
            <a:r>
              <a:rPr b="0" i="0" lang="en-US" sz="1500" u="none" cap="none" strike="noStrike">
                <a:solidFill>
                  <a:srgbClr val="FFFFFF"/>
                </a:solidFill>
                <a:latin typeface="Arial"/>
                <a:ea typeface="Arial"/>
                <a:cs typeface="Arial"/>
                <a:sym typeface="Arial"/>
              </a:rPr>
              <a:t>Las promesas tienen tres estados:</a:t>
            </a:r>
            <a:endParaRPr b="0" i="0" sz="1500" u="none" cap="none" strike="noStrike">
              <a:solidFill>
                <a:srgbClr val="FFFFFF"/>
              </a:solidFill>
              <a:latin typeface="Arial"/>
              <a:ea typeface="Arial"/>
              <a:cs typeface="Arial"/>
              <a:sym typeface="Arial"/>
            </a:endParaRPr>
          </a:p>
          <a:p>
            <a:pPr indent="-283210" lvl="1" marL="283210" marR="0" rtl="0" algn="l">
              <a:lnSpc>
                <a:spcPct val="120000"/>
              </a:lnSpc>
              <a:spcBef>
                <a:spcPts val="1000"/>
              </a:spcBef>
              <a:spcAft>
                <a:spcPts val="0"/>
              </a:spcAft>
              <a:buClr>
                <a:srgbClr val="1BDEF5"/>
              </a:buClr>
              <a:buSzPts val="1500"/>
              <a:buFont typeface="Arial"/>
              <a:buChar char="•"/>
            </a:pPr>
            <a:r>
              <a:rPr b="1" i="0" lang="en-US" sz="1500" u="none" cap="none" strike="noStrike">
                <a:solidFill>
                  <a:srgbClr val="FFFFFF"/>
                </a:solidFill>
                <a:latin typeface="Arial"/>
                <a:ea typeface="Arial"/>
                <a:cs typeface="Arial"/>
                <a:sym typeface="Arial"/>
              </a:rPr>
              <a:t>Pendiente (Pending):</a:t>
            </a:r>
            <a:r>
              <a:rPr b="0" i="0" lang="en-US" sz="1500" u="none" cap="none" strike="noStrike">
                <a:solidFill>
                  <a:srgbClr val="FFFFFF"/>
                </a:solidFill>
                <a:latin typeface="Arial"/>
                <a:ea typeface="Arial"/>
                <a:cs typeface="Arial"/>
                <a:sym typeface="Arial"/>
              </a:rPr>
              <a:t> La operación aún no ha terminado.</a:t>
            </a:r>
            <a:endParaRPr b="0" i="0" sz="1500" u="none" cap="none" strike="noStrike">
              <a:solidFill>
                <a:schemeClr val="lt1"/>
              </a:solidFill>
              <a:latin typeface="Arial"/>
              <a:ea typeface="Arial"/>
              <a:cs typeface="Arial"/>
              <a:sym typeface="Arial"/>
            </a:endParaRPr>
          </a:p>
          <a:p>
            <a:pPr indent="-283210" lvl="1" marL="283210" marR="0" rtl="0" algn="l">
              <a:lnSpc>
                <a:spcPct val="120000"/>
              </a:lnSpc>
              <a:spcBef>
                <a:spcPts val="1000"/>
              </a:spcBef>
              <a:spcAft>
                <a:spcPts val="0"/>
              </a:spcAft>
              <a:buClr>
                <a:srgbClr val="1BDEF5"/>
              </a:buClr>
              <a:buSzPts val="1500"/>
              <a:buFont typeface="Arial"/>
              <a:buChar char="•"/>
            </a:pPr>
            <a:r>
              <a:rPr b="1" i="0" lang="en-US" sz="1500" u="none" cap="none" strike="noStrike">
                <a:solidFill>
                  <a:srgbClr val="FFFFFF"/>
                </a:solidFill>
                <a:latin typeface="Arial"/>
                <a:ea typeface="Arial"/>
                <a:cs typeface="Arial"/>
                <a:sym typeface="Arial"/>
              </a:rPr>
              <a:t>Resuelta (Fullfilled):</a:t>
            </a:r>
            <a:r>
              <a:rPr b="0" i="0" lang="en-US" sz="1500" u="none" cap="none" strike="noStrike">
                <a:solidFill>
                  <a:srgbClr val="FFFFFF"/>
                </a:solidFill>
                <a:latin typeface="Arial"/>
                <a:ea typeface="Arial"/>
                <a:cs typeface="Arial"/>
                <a:sym typeface="Arial"/>
              </a:rPr>
              <a:t> La operación ha terminado con éxito.</a:t>
            </a:r>
            <a:endParaRPr b="0" i="0" sz="1500" u="none" cap="none" strike="noStrike">
              <a:solidFill>
                <a:schemeClr val="lt1"/>
              </a:solidFill>
              <a:latin typeface="Arial"/>
              <a:ea typeface="Arial"/>
              <a:cs typeface="Arial"/>
              <a:sym typeface="Arial"/>
            </a:endParaRPr>
          </a:p>
          <a:p>
            <a:pPr indent="-283210" lvl="1" marL="283210" marR="0" rtl="0" algn="l">
              <a:lnSpc>
                <a:spcPct val="120000"/>
              </a:lnSpc>
              <a:spcBef>
                <a:spcPts val="1000"/>
              </a:spcBef>
              <a:spcAft>
                <a:spcPts val="0"/>
              </a:spcAft>
              <a:buClr>
                <a:srgbClr val="1BDEF5"/>
              </a:buClr>
              <a:buSzPts val="1500"/>
              <a:buFont typeface="Arial"/>
              <a:buChar char="•"/>
            </a:pPr>
            <a:r>
              <a:rPr b="1" i="0" lang="en-US" sz="1500" u="none" cap="none" strike="noStrike">
                <a:solidFill>
                  <a:srgbClr val="FFFFFF"/>
                </a:solidFill>
                <a:latin typeface="Arial"/>
                <a:ea typeface="Arial"/>
                <a:cs typeface="Arial"/>
                <a:sym typeface="Arial"/>
              </a:rPr>
              <a:t>Rechazada (Rejected):</a:t>
            </a:r>
            <a:r>
              <a:rPr b="0" i="0" lang="en-US" sz="1500" u="none" cap="none" strike="noStrike">
                <a:solidFill>
                  <a:srgbClr val="FFFFFF"/>
                </a:solidFill>
                <a:latin typeface="Arial"/>
                <a:ea typeface="Arial"/>
                <a:cs typeface="Arial"/>
                <a:sym typeface="Arial"/>
              </a:rPr>
              <a:t> La operación ha terminado con un error.</a:t>
            </a:r>
            <a:endParaRPr b="0" i="0" sz="1500" u="none" cap="none" strike="noStrike">
              <a:solidFill>
                <a:schemeClr val="lt1"/>
              </a:solidFill>
              <a:latin typeface="Arial"/>
              <a:ea typeface="Arial"/>
              <a:cs typeface="Arial"/>
              <a:sym typeface="Arial"/>
            </a:endParaRPr>
          </a:p>
          <a:p>
            <a:pPr indent="-196850" lvl="0" marL="285750" marR="0" rtl="0" algn="l">
              <a:lnSpc>
                <a:spcPct val="120000"/>
              </a:lnSpc>
              <a:spcBef>
                <a:spcPts val="1000"/>
              </a:spcBef>
              <a:spcAft>
                <a:spcPts val="0"/>
              </a:spcAft>
              <a:buClr>
                <a:srgbClr val="9405FC"/>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98" name="Google Shape;198;p8"/>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pic>
        <p:nvPicPr>
          <p:cNvPr descr="Guía completa sobre la sintaxis de las promesas en JavaScript" id="199" name="Google Shape;199;p8"/>
          <p:cNvPicPr preferRelativeResize="0"/>
          <p:nvPr/>
        </p:nvPicPr>
        <p:blipFill rotWithShape="1">
          <a:blip r:embed="rId3">
            <a:alphaModFix/>
          </a:blip>
          <a:srcRect b="0" l="0" r="0" t="0"/>
          <a:stretch/>
        </p:blipFill>
        <p:spPr>
          <a:xfrm>
            <a:off x="302559" y="2218765"/>
            <a:ext cx="4930588" cy="37203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txBox="1"/>
          <p:nvPr>
            <p:ph type="title"/>
          </p:nvPr>
        </p:nvSpPr>
        <p:spPr>
          <a:xfrm>
            <a:off x="321869" y="579120"/>
            <a:ext cx="11548261" cy="273330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3200"/>
              <a:buFont typeface="Arial"/>
              <a:buNone/>
            </a:pPr>
            <a:r>
              <a:rPr b="0" i="0" lang="en-US" sz="3200" u="none" cap="none" strike="noStrike">
                <a:solidFill>
                  <a:schemeClr val="lt1"/>
                </a:solidFill>
                <a:latin typeface="Arial"/>
                <a:ea typeface="Arial"/>
                <a:cs typeface="Arial"/>
                <a:sym typeface="Arial"/>
              </a:rPr>
              <a:t>ASYNC / AWAIT</a:t>
            </a:r>
            <a:endParaRPr b="0" i="0" sz="3200" u="none" cap="none" strike="noStrike">
              <a:solidFill>
                <a:schemeClr val="lt1"/>
              </a:solidFill>
              <a:latin typeface="Arial"/>
              <a:ea typeface="Arial"/>
              <a:cs typeface="Arial"/>
              <a:sym typeface="Arial"/>
            </a:endParaRPr>
          </a:p>
        </p:txBody>
      </p:sp>
      <p:sp>
        <p:nvSpPr>
          <p:cNvPr id="206" name="Google Shape;206;p9"/>
          <p:cNvSpPr txBox="1"/>
          <p:nvPr>
            <p:ph idx="1" type="subTitle"/>
          </p:nvPr>
        </p:nvSpPr>
        <p:spPr>
          <a:xfrm>
            <a:off x="321868" y="3484615"/>
            <a:ext cx="11562303" cy="238786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BDEF5"/>
              </a:buClr>
              <a:buSzPts val="4000"/>
              <a:buNone/>
            </a:pPr>
            <a:r>
              <a:rPr b="0" i="0" lang="en-US" sz="4000" u="none" cap="none" strike="noStrike">
                <a:solidFill>
                  <a:srgbClr val="1BDEF5"/>
                </a:solidFill>
                <a:latin typeface="Arial"/>
                <a:ea typeface="Arial"/>
                <a:cs typeface="Arial"/>
                <a:sym typeface="Arial"/>
              </a:rPr>
              <a:t>¿QUÉ ES ASYNC / AWAIT?</a:t>
            </a:r>
            <a:endParaRPr b="0" i="0" sz="4000" u="none" cap="none" strike="noStrike">
              <a:solidFill>
                <a:srgbClr val="1BDEF5"/>
              </a:solidFill>
              <a:latin typeface="Arial"/>
              <a:ea typeface="Arial"/>
              <a:cs typeface="Arial"/>
              <a:sym typeface="Arial"/>
            </a:endParaRPr>
          </a:p>
        </p:txBody>
      </p:sp>
      <p:sp>
        <p:nvSpPr>
          <p:cNvPr id="207" name="Google Shape;207;p9"/>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txBox="1"/>
          <p:nvPr>
            <p:ph type="title"/>
          </p:nvPr>
        </p:nvSpPr>
        <p:spPr>
          <a:xfrm>
            <a:off x="741680" y="430482"/>
            <a:ext cx="10500989" cy="126022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1CDFF5"/>
              </a:buClr>
              <a:buSzPts val="3200"/>
              <a:buFont typeface="Arial"/>
              <a:buNone/>
            </a:pPr>
            <a:r>
              <a:rPr b="0" i="0" lang="en-US" sz="3200" u="none" cap="none" strike="noStrike">
                <a:solidFill>
                  <a:srgbClr val="1CDFF5"/>
                </a:solidFill>
                <a:latin typeface="Arial"/>
                <a:ea typeface="Arial"/>
                <a:cs typeface="Arial"/>
                <a:sym typeface="Arial"/>
              </a:rPr>
              <a:t>¿POR QUÉ USAR ASYNC / AWAIT?</a:t>
            </a:r>
            <a:endParaRPr b="0" i="0" sz="3200" u="none" cap="none" strike="noStrike">
              <a:solidFill>
                <a:srgbClr val="1BDEF5"/>
              </a:solidFill>
              <a:latin typeface="Arial"/>
              <a:ea typeface="Arial"/>
              <a:cs typeface="Arial"/>
              <a:sym typeface="Arial"/>
            </a:endParaRPr>
          </a:p>
        </p:txBody>
      </p:sp>
      <p:sp>
        <p:nvSpPr>
          <p:cNvPr id="214" name="Google Shape;214;p10"/>
          <p:cNvSpPr txBox="1"/>
          <p:nvPr>
            <p:ph idx="2" type="body"/>
          </p:nvPr>
        </p:nvSpPr>
        <p:spPr>
          <a:xfrm>
            <a:off x="1117600" y="2319864"/>
            <a:ext cx="9407892" cy="3398781"/>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120000"/>
              </a:lnSpc>
              <a:spcBef>
                <a:spcPts val="0"/>
              </a:spcBef>
              <a:spcAft>
                <a:spcPts val="0"/>
              </a:spcAft>
              <a:buClr>
                <a:schemeClr val="accent6"/>
              </a:buClr>
              <a:buSzPts val="1800"/>
              <a:buFont typeface="Arial"/>
              <a:buChar char="•"/>
            </a:pPr>
            <a:r>
              <a:rPr b="1" i="0" lang="en-US" sz="1800" u="none" cap="none" strike="noStrike">
                <a:solidFill>
                  <a:srgbClr val="E3E3E3"/>
                </a:solidFill>
                <a:latin typeface="Arial"/>
                <a:ea typeface="Arial"/>
                <a:cs typeface="Arial"/>
                <a:sym typeface="Arial"/>
              </a:rPr>
              <a:t>Escribir código asíncrono que parece síncrono:</a:t>
            </a:r>
            <a:r>
              <a:rPr b="0" i="0" lang="en-US" sz="1800" u="none" cap="none" strike="noStrike">
                <a:solidFill>
                  <a:srgbClr val="E3E3E3"/>
                </a:solidFill>
                <a:latin typeface="Arial"/>
                <a:ea typeface="Arial"/>
                <a:cs typeface="Arial"/>
                <a:sym typeface="Arial"/>
              </a:rPr>
              <a:t> Esto hace que el código sea más fácil de leer y comprender.</a:t>
            </a:r>
            <a:endParaRPr b="0" i="0" sz="18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800"/>
              <a:buFont typeface="Arial"/>
              <a:buChar char="•"/>
            </a:pPr>
            <a:r>
              <a:rPr b="1" i="0" lang="en-US" sz="1800" u="none" cap="none" strike="noStrike">
                <a:solidFill>
                  <a:srgbClr val="E3E3E3"/>
                </a:solidFill>
                <a:latin typeface="Arial"/>
                <a:ea typeface="Arial"/>
                <a:cs typeface="Arial"/>
                <a:sym typeface="Arial"/>
              </a:rPr>
              <a:t>Evitar el "callback hell":</a:t>
            </a:r>
            <a:r>
              <a:rPr b="0" i="0" lang="en-US" sz="1800" u="none" cap="none" strike="noStrike">
                <a:solidFill>
                  <a:srgbClr val="E3E3E3"/>
                </a:solidFill>
                <a:latin typeface="Arial"/>
                <a:ea typeface="Arial"/>
                <a:cs typeface="Arial"/>
                <a:sym typeface="Arial"/>
              </a:rPr>
              <a:t> Al igual que las </a:t>
            </a:r>
            <a:r>
              <a:rPr b="1" i="0" lang="en-US" sz="1800" u="none" cap="none" strike="noStrike">
                <a:solidFill>
                  <a:srgbClr val="E3E3E3"/>
                </a:solidFill>
                <a:latin typeface="Arial"/>
                <a:ea typeface="Arial"/>
                <a:cs typeface="Arial"/>
                <a:sym typeface="Arial"/>
              </a:rPr>
              <a:t>promesas</a:t>
            </a:r>
            <a:r>
              <a:rPr b="0" i="0" lang="en-US" sz="1800" u="none" cap="none" strike="noStrike">
                <a:solidFill>
                  <a:srgbClr val="E3E3E3"/>
                </a:solidFill>
                <a:latin typeface="Arial"/>
                <a:ea typeface="Arial"/>
                <a:cs typeface="Arial"/>
                <a:sym typeface="Arial"/>
              </a:rPr>
              <a:t>, </a:t>
            </a:r>
            <a:r>
              <a:rPr b="1" i="0" lang="en-US" sz="1800" u="none" cap="none" strike="noStrike">
                <a:solidFill>
                  <a:srgbClr val="FFC000"/>
                </a:solidFill>
                <a:latin typeface="Arial"/>
                <a:ea typeface="Arial"/>
                <a:cs typeface="Arial"/>
                <a:sym typeface="Arial"/>
              </a:rPr>
              <a:t>async/await</a:t>
            </a:r>
            <a:r>
              <a:rPr b="1" i="0" lang="en-US" sz="1800" u="none" cap="none" strike="noStrike">
                <a:solidFill>
                  <a:srgbClr val="E3E3E3"/>
                </a:solidFill>
                <a:latin typeface="Arial"/>
                <a:ea typeface="Arial"/>
                <a:cs typeface="Arial"/>
                <a:sym typeface="Arial"/>
              </a:rPr>
              <a:t> </a:t>
            </a:r>
            <a:r>
              <a:rPr b="0" i="0" lang="en-US" sz="1800" u="none" cap="none" strike="noStrike">
                <a:solidFill>
                  <a:srgbClr val="E3E3E3"/>
                </a:solidFill>
                <a:latin typeface="Arial"/>
                <a:ea typeface="Arial"/>
                <a:cs typeface="Arial"/>
                <a:sym typeface="Arial"/>
              </a:rPr>
              <a:t>nos ayuda a escribir código asíncrono más limpio y organizado.</a:t>
            </a:r>
            <a:endParaRPr b="0" i="0" sz="18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800"/>
              <a:buFont typeface="Arial"/>
              <a:buChar char="•"/>
            </a:pPr>
            <a:r>
              <a:rPr b="1" i="0" lang="en-US" sz="1800" u="none" cap="none" strike="noStrike">
                <a:solidFill>
                  <a:srgbClr val="E3E3E3"/>
                </a:solidFill>
                <a:latin typeface="Arial"/>
                <a:ea typeface="Arial"/>
                <a:cs typeface="Arial"/>
                <a:sym typeface="Arial"/>
              </a:rPr>
              <a:t>Mejorar la legibilidad del código:</a:t>
            </a:r>
            <a:r>
              <a:rPr b="0" i="0" lang="en-US" sz="1800" u="none" cap="none" strike="noStrike">
                <a:solidFill>
                  <a:srgbClr val="E3E3E3"/>
                </a:solidFill>
                <a:latin typeface="Arial"/>
                <a:ea typeface="Arial"/>
                <a:cs typeface="Arial"/>
                <a:sym typeface="Arial"/>
              </a:rPr>
              <a:t> El código escrito con </a:t>
            </a:r>
            <a:r>
              <a:rPr b="1" i="0" lang="en-US" sz="1800" u="none" cap="none" strike="noStrike">
                <a:solidFill>
                  <a:srgbClr val="FFC000"/>
                </a:solidFill>
                <a:latin typeface="Arial"/>
                <a:ea typeface="Arial"/>
                <a:cs typeface="Arial"/>
                <a:sym typeface="Arial"/>
              </a:rPr>
              <a:t>async/await </a:t>
            </a:r>
            <a:r>
              <a:rPr b="0" i="0" lang="en-US" sz="1800" u="none" cap="none" strike="noStrike">
                <a:solidFill>
                  <a:srgbClr val="E3E3E3"/>
                </a:solidFill>
                <a:latin typeface="Arial"/>
                <a:ea typeface="Arial"/>
                <a:cs typeface="Arial"/>
                <a:sym typeface="Arial"/>
              </a:rPr>
              <a:t>es más fácil de leer y comprender que el código escrito con </a:t>
            </a:r>
            <a:r>
              <a:rPr b="1" i="0" lang="en-US" sz="1800" u="none" cap="none" strike="noStrike">
                <a:solidFill>
                  <a:srgbClr val="E3E3E3"/>
                </a:solidFill>
                <a:latin typeface="Arial"/>
                <a:ea typeface="Arial"/>
                <a:cs typeface="Arial"/>
                <a:sym typeface="Arial"/>
              </a:rPr>
              <a:t>callbacks</a:t>
            </a:r>
            <a:r>
              <a:rPr b="0" i="0" lang="en-US" sz="1800" u="none" cap="none" strike="noStrike">
                <a:solidFill>
                  <a:srgbClr val="E3E3E3"/>
                </a:solidFill>
                <a:latin typeface="Arial"/>
                <a:ea typeface="Arial"/>
                <a:cs typeface="Arial"/>
                <a:sym typeface="Arial"/>
              </a:rPr>
              <a:t>.</a:t>
            </a:r>
            <a:endParaRPr b="0" i="0" sz="1800" u="none" cap="none" strike="noStrike">
              <a:solidFill>
                <a:schemeClr val="lt1"/>
              </a:solidFill>
              <a:latin typeface="Arial"/>
              <a:ea typeface="Arial"/>
              <a:cs typeface="Arial"/>
              <a:sym typeface="Arial"/>
            </a:endParaRPr>
          </a:p>
        </p:txBody>
      </p:sp>
      <p:sp>
        <p:nvSpPr>
          <p:cNvPr id="215" name="Google Shape;215;p10"/>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1"/>
          <p:cNvSpPr txBox="1"/>
          <p:nvPr>
            <p:ph type="title"/>
          </p:nvPr>
        </p:nvSpPr>
        <p:spPr>
          <a:xfrm>
            <a:off x="2399620" y="162560"/>
            <a:ext cx="8843050" cy="1616904"/>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1BDEF5"/>
              </a:buClr>
              <a:buSzPts val="4000"/>
              <a:buFont typeface="Arial"/>
              <a:buNone/>
            </a:pPr>
            <a:r>
              <a:rPr b="0" i="0" lang="en-US" sz="4000" u="none" cap="none" strike="noStrike">
                <a:solidFill>
                  <a:srgbClr val="1BDEF5"/>
                </a:solidFill>
                <a:latin typeface="Arial"/>
                <a:ea typeface="Arial"/>
                <a:cs typeface="Arial"/>
                <a:sym typeface="Arial"/>
              </a:rPr>
              <a:t>¿QUÉ ES ASYNC / AWAIT?</a:t>
            </a:r>
            <a:endParaRPr b="0" i="0" sz="3200" u="none" cap="none" strike="noStrike">
              <a:solidFill>
                <a:srgbClr val="1BDEF5"/>
              </a:solidFill>
              <a:latin typeface="Arial"/>
              <a:ea typeface="Arial"/>
              <a:cs typeface="Arial"/>
              <a:sym typeface="Arial"/>
            </a:endParaRPr>
          </a:p>
        </p:txBody>
      </p:sp>
      <p:sp>
        <p:nvSpPr>
          <p:cNvPr id="222" name="Google Shape;222;p11"/>
          <p:cNvSpPr txBox="1"/>
          <p:nvPr>
            <p:ph idx="1" type="body"/>
          </p:nvPr>
        </p:nvSpPr>
        <p:spPr>
          <a:xfrm>
            <a:off x="2395413" y="2306723"/>
            <a:ext cx="3992687" cy="4077484"/>
          </a:xfrm>
          <a:prstGeom prst="rect">
            <a:avLst/>
          </a:prstGeom>
          <a:noFill/>
          <a:ln>
            <a:noFill/>
          </a:ln>
        </p:spPr>
        <p:txBody>
          <a:bodyPr anchorCtr="0" anchor="b" bIns="45700" lIns="91425" spcFirstLastPara="1" rIns="91425" wrap="square" tIns="45700">
            <a:noAutofit/>
          </a:bodyPr>
          <a:lstStyle/>
          <a:p>
            <a:pPr indent="0" lvl="0" marL="0" marR="0" rtl="0" algn="l">
              <a:lnSpc>
                <a:spcPct val="110000"/>
              </a:lnSpc>
              <a:spcBef>
                <a:spcPts val="0"/>
              </a:spcBef>
              <a:spcAft>
                <a:spcPts val="0"/>
              </a:spcAft>
              <a:buClr>
                <a:schemeClr val="accent6"/>
              </a:buClr>
              <a:buSzPts val="1800"/>
              <a:buFont typeface="Arial"/>
              <a:buNone/>
            </a:pPr>
            <a:r>
              <a:rPr b="0" i="0" lang="en-US" sz="1800" u="none" cap="none" strike="noStrike">
                <a:solidFill>
                  <a:srgbClr val="FFFFFF"/>
                </a:solidFill>
                <a:latin typeface="Arial"/>
                <a:ea typeface="Arial"/>
                <a:cs typeface="Arial"/>
                <a:sym typeface="Arial"/>
              </a:rPr>
              <a:t>Async/await es una sintaxis de azúcar que nos permite escribir código asíncrono de forma más síncrona. Es decir, nos permite escribir código que parece que se ejecuta de forma secuencial, aunque en realidad se está ejecutando de forma asíncrona..</a:t>
            </a:r>
            <a:endParaRPr b="0" i="0" sz="18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accent6"/>
              </a:buClr>
              <a:buSzPts val="1600"/>
              <a:buFont typeface="Arial"/>
              <a:buNone/>
            </a:pPr>
            <a:r>
              <a:t/>
            </a:r>
            <a:endParaRPr b="1" i="0" sz="1600" u="none" cap="none" strike="noStrike">
              <a:solidFill>
                <a:srgbClr val="FFFFFF"/>
              </a:solidFill>
              <a:latin typeface="Arial"/>
              <a:ea typeface="Arial"/>
              <a:cs typeface="Arial"/>
              <a:sym typeface="Arial"/>
            </a:endParaRPr>
          </a:p>
          <a:p>
            <a:pPr indent="0" lvl="0" marL="0" marR="0" rtl="0" algn="l">
              <a:lnSpc>
                <a:spcPct val="110000"/>
              </a:lnSpc>
              <a:spcBef>
                <a:spcPts val="1000"/>
              </a:spcBef>
              <a:spcAft>
                <a:spcPts val="0"/>
              </a:spcAft>
              <a:buClr>
                <a:schemeClr val="accent6"/>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accent6"/>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3" name="Google Shape;223;p11"/>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pic>
        <p:nvPicPr>
          <p:cNvPr descr="246,793 imágenes, fotos de stock, objetos en 3D y vectores sobre Secuencia  | Shutterstock" id="224" name="Google Shape;224;p11"/>
          <p:cNvPicPr preferRelativeResize="0"/>
          <p:nvPr/>
        </p:nvPicPr>
        <p:blipFill rotWithShape="1">
          <a:blip r:embed="rId3">
            <a:alphaModFix/>
          </a:blip>
          <a:srcRect b="0" l="0" r="0" t="0"/>
          <a:stretch/>
        </p:blipFill>
        <p:spPr>
          <a:xfrm>
            <a:off x="7098926" y="2308412"/>
            <a:ext cx="3137647" cy="33729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835370" y="643842"/>
            <a:ext cx="10515601" cy="1140849"/>
          </a:xfrm>
          <a:prstGeom prst="rect">
            <a:avLst/>
          </a:prstGeom>
          <a:noFill/>
          <a:ln>
            <a:noFill/>
          </a:ln>
        </p:spPr>
        <p:txBody>
          <a:bodyPr anchorCtr="0" anchor="b" bIns="45700" lIns="0" spcFirstLastPara="1" rIns="91425" wrap="square" tIns="45700">
            <a:noAutofit/>
          </a:bodyPr>
          <a:lstStyle/>
          <a:p>
            <a:pPr indent="0" lvl="0" marL="0" rtl="0" algn="l">
              <a:lnSpc>
                <a:spcPct val="90000"/>
              </a:lnSpc>
              <a:spcBef>
                <a:spcPts val="0"/>
              </a:spcBef>
              <a:spcAft>
                <a:spcPts val="0"/>
              </a:spcAft>
              <a:buClr>
                <a:srgbClr val="1BDEF5"/>
              </a:buClr>
              <a:buSzPts val="3200"/>
              <a:buFont typeface="Arial"/>
              <a:buNone/>
            </a:pPr>
            <a:r>
              <a:rPr b="0" i="0" lang="en-US" sz="3200" u="none" cap="none" strike="noStrike">
                <a:solidFill>
                  <a:srgbClr val="1BDEF5"/>
                </a:solidFill>
                <a:latin typeface="Arial"/>
                <a:ea typeface="Arial"/>
                <a:cs typeface="Arial"/>
                <a:sym typeface="Arial"/>
              </a:rPr>
              <a:t>EJEMPLO PRACTICO</a:t>
            </a:r>
            <a:endParaRPr b="0" i="0" sz="3200" u="none" cap="none" strike="noStrike">
              <a:solidFill>
                <a:srgbClr val="1BDEF5"/>
              </a:solidFill>
              <a:latin typeface="Arial"/>
              <a:ea typeface="Arial"/>
              <a:cs typeface="Arial"/>
              <a:sym typeface="Arial"/>
            </a:endParaRPr>
          </a:p>
        </p:txBody>
      </p:sp>
      <p:sp>
        <p:nvSpPr>
          <p:cNvPr id="231" name="Google Shape;231;p12"/>
          <p:cNvSpPr txBox="1"/>
          <p:nvPr/>
        </p:nvSpPr>
        <p:spPr>
          <a:xfrm>
            <a:off x="835959" y="2169459"/>
            <a:ext cx="7584140" cy="2862322"/>
          </a:xfrm>
          <a:prstGeom prst="rect">
            <a:avLst/>
          </a:prstGeom>
          <a:solidFill>
            <a:srgbClr val="0C0C0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BE67FE"/>
                </a:solidFill>
                <a:latin typeface="Arial"/>
                <a:ea typeface="Arial"/>
                <a:cs typeface="Arial"/>
                <a:sym typeface="Arial"/>
              </a:rPr>
              <a:t>async function</a:t>
            </a:r>
            <a:r>
              <a:rPr b="0" i="0" lang="en-US" sz="1800" u="none" cap="none" strike="noStrike">
                <a:solidFill>
                  <a:srgbClr val="D8D8D8"/>
                </a:solidFill>
                <a:latin typeface="Arial"/>
                <a:ea typeface="Arial"/>
                <a:cs typeface="Arial"/>
                <a:sym typeface="Arial"/>
              </a:rPr>
              <a:t> </a:t>
            </a:r>
            <a:r>
              <a:rPr b="0" i="0" lang="en-US" sz="1800" u="none" cap="none" strike="noStrike">
                <a:solidFill>
                  <a:srgbClr val="FFC000"/>
                </a:solidFill>
                <a:latin typeface="Arial"/>
                <a:ea typeface="Arial"/>
                <a:cs typeface="Arial"/>
                <a:sym typeface="Arial"/>
              </a:rPr>
              <a:t>obtenerInformacionUsuario</a:t>
            </a:r>
            <a:r>
              <a:rPr b="0" i="0" lang="en-US" sz="1800" u="none" cap="none" strike="noStrike">
                <a:solidFill>
                  <a:srgbClr val="D8D8D8"/>
                </a:solidFill>
                <a:latin typeface="Arial"/>
                <a:ea typeface="Arial"/>
                <a:cs typeface="Arial"/>
                <a:sym typeface="Arial"/>
              </a:rPr>
              <a:t>(nombreUsuario) { </a:t>
            </a:r>
            <a:endParaRPr sz="1800">
              <a:solidFill>
                <a:srgbClr val="D8D8D8"/>
              </a:solidFill>
              <a:latin typeface="Arial"/>
              <a:ea typeface="Arial"/>
              <a:cs typeface="Arial"/>
              <a:sym typeface="Arial"/>
            </a:endParaRPr>
          </a:p>
          <a:p>
            <a:pPr indent="0" lvl="0" marL="0" marR="0" rtl="0" algn="l">
              <a:spcBef>
                <a:spcPts val="0"/>
              </a:spcBef>
              <a:spcAft>
                <a:spcPts val="0"/>
              </a:spcAft>
              <a:buNone/>
            </a:pPr>
            <a:r>
              <a:rPr lang="en-US" sz="1800">
                <a:solidFill>
                  <a:srgbClr val="BE67FE"/>
                </a:solidFill>
                <a:latin typeface="Arial"/>
                <a:ea typeface="Arial"/>
                <a:cs typeface="Arial"/>
                <a:sym typeface="Arial"/>
              </a:rPr>
              <a:t>  const</a:t>
            </a:r>
            <a:r>
              <a:rPr lang="en-US" sz="1800">
                <a:solidFill>
                  <a:srgbClr val="D8D8D8"/>
                </a:solidFill>
                <a:latin typeface="Arial"/>
                <a:ea typeface="Arial"/>
                <a:cs typeface="Arial"/>
                <a:sym typeface="Arial"/>
              </a:rPr>
              <a:t> respuesta = </a:t>
            </a:r>
            <a:r>
              <a:rPr lang="en-US" sz="1800">
                <a:solidFill>
                  <a:srgbClr val="BE67FE"/>
                </a:solidFill>
                <a:latin typeface="Arial"/>
                <a:ea typeface="Arial"/>
                <a:cs typeface="Arial"/>
                <a:sym typeface="Arial"/>
              </a:rPr>
              <a:t>await</a:t>
            </a:r>
            <a:r>
              <a:rPr lang="en-US" sz="1800">
                <a:solidFill>
                  <a:srgbClr val="D8D8D8"/>
                </a:solidFill>
                <a:latin typeface="Arial"/>
                <a:ea typeface="Arial"/>
                <a:cs typeface="Arial"/>
                <a:sym typeface="Arial"/>
              </a:rPr>
              <a:t> fetch(</a:t>
            </a:r>
            <a:r>
              <a:rPr lang="en-US" sz="1800">
                <a:solidFill>
                  <a:srgbClr val="03A955"/>
                </a:solidFill>
                <a:latin typeface="Arial"/>
                <a:ea typeface="Arial"/>
                <a:cs typeface="Arial"/>
                <a:sym typeface="Arial"/>
              </a:rPr>
              <a:t>`/api/usuarios</a:t>
            </a:r>
            <a:r>
              <a:rPr lang="en-US" sz="1800">
                <a:solidFill>
                  <a:srgbClr val="D8D8D8"/>
                </a:solidFill>
                <a:latin typeface="Arial"/>
                <a:ea typeface="Arial"/>
                <a:cs typeface="Arial"/>
                <a:sym typeface="Arial"/>
              </a:rPr>
              <a:t>/</a:t>
            </a:r>
            <a:r>
              <a:rPr lang="en-US" sz="1800">
                <a:solidFill>
                  <a:schemeClr val="lt1"/>
                </a:solidFill>
                <a:latin typeface="Arial"/>
                <a:ea typeface="Arial"/>
                <a:cs typeface="Arial"/>
                <a:sym typeface="Arial"/>
              </a:rPr>
              <a:t>${nombreUsuario}</a:t>
            </a:r>
            <a:r>
              <a:rPr lang="en-US" sz="1800">
                <a:solidFill>
                  <a:srgbClr val="03A955"/>
                </a:solidFill>
                <a:latin typeface="Arial"/>
                <a:ea typeface="Arial"/>
                <a:cs typeface="Arial"/>
                <a:sym typeface="Arial"/>
              </a:rPr>
              <a:t>`</a:t>
            </a:r>
            <a:r>
              <a:rPr lang="en-US" sz="1800">
                <a:solidFill>
                  <a:srgbClr val="D8D8D8"/>
                </a:solidFill>
                <a:latin typeface="Arial"/>
                <a:ea typeface="Arial"/>
                <a:cs typeface="Arial"/>
                <a:sym typeface="Arial"/>
              </a:rPr>
              <a:t>); </a:t>
            </a:r>
            <a:endParaRPr sz="1800">
              <a:solidFill>
                <a:srgbClr val="D8D8D8"/>
              </a:solidFill>
              <a:latin typeface="Arial"/>
              <a:ea typeface="Arial"/>
              <a:cs typeface="Arial"/>
              <a:sym typeface="Arial"/>
            </a:endParaRPr>
          </a:p>
          <a:p>
            <a:pPr indent="0" lvl="0" marL="0" marR="0" rtl="0" algn="l">
              <a:spcBef>
                <a:spcPts val="0"/>
              </a:spcBef>
              <a:spcAft>
                <a:spcPts val="0"/>
              </a:spcAft>
              <a:buNone/>
            </a:pPr>
            <a:r>
              <a:rPr lang="en-US" sz="1800">
                <a:solidFill>
                  <a:srgbClr val="BE67FE"/>
                </a:solidFill>
                <a:latin typeface="Arial"/>
                <a:ea typeface="Arial"/>
                <a:cs typeface="Arial"/>
                <a:sym typeface="Arial"/>
              </a:rPr>
              <a:t>  const</a:t>
            </a:r>
            <a:r>
              <a:rPr lang="en-US" sz="1800">
                <a:solidFill>
                  <a:srgbClr val="D8D8D8"/>
                </a:solidFill>
                <a:latin typeface="Arial"/>
                <a:ea typeface="Arial"/>
                <a:cs typeface="Arial"/>
                <a:sym typeface="Arial"/>
              </a:rPr>
              <a:t> usuario = </a:t>
            </a:r>
            <a:r>
              <a:rPr lang="en-US" sz="1800">
                <a:solidFill>
                  <a:srgbClr val="BE67FE"/>
                </a:solidFill>
                <a:latin typeface="Arial"/>
                <a:ea typeface="Arial"/>
                <a:cs typeface="Arial"/>
                <a:sym typeface="Arial"/>
              </a:rPr>
              <a:t>await</a:t>
            </a:r>
            <a:r>
              <a:rPr lang="en-US" sz="1800">
                <a:solidFill>
                  <a:srgbClr val="D8D8D8"/>
                </a:solidFill>
                <a:latin typeface="Arial"/>
                <a:ea typeface="Arial"/>
                <a:cs typeface="Arial"/>
                <a:sym typeface="Arial"/>
              </a:rPr>
              <a:t> respuesta.json(); </a:t>
            </a:r>
            <a:endParaRPr/>
          </a:p>
          <a:p>
            <a:pPr indent="0" lvl="0" marL="0" marR="0" rtl="0" algn="l">
              <a:spcBef>
                <a:spcPts val="0"/>
              </a:spcBef>
              <a:spcAft>
                <a:spcPts val="0"/>
              </a:spcAft>
              <a:buNone/>
            </a:pPr>
            <a:r>
              <a:rPr lang="en-US" sz="1800">
                <a:solidFill>
                  <a:srgbClr val="BE67FE"/>
                </a:solidFill>
                <a:latin typeface="Arial"/>
                <a:ea typeface="Arial"/>
                <a:cs typeface="Arial"/>
                <a:sym typeface="Arial"/>
              </a:rPr>
              <a:t>  return</a:t>
            </a:r>
            <a:r>
              <a:rPr lang="en-US" sz="1800">
                <a:solidFill>
                  <a:srgbClr val="D8D8D8"/>
                </a:solidFill>
                <a:latin typeface="Arial"/>
                <a:ea typeface="Arial"/>
                <a:cs typeface="Arial"/>
                <a:sym typeface="Arial"/>
              </a:rPr>
              <a:t> usuario;</a:t>
            </a:r>
            <a:endParaRPr/>
          </a:p>
          <a:p>
            <a:pPr indent="0" lvl="0" marL="0" marR="0" rtl="0" algn="l">
              <a:spcBef>
                <a:spcPts val="0"/>
              </a:spcBef>
              <a:spcAft>
                <a:spcPts val="0"/>
              </a:spcAft>
              <a:buNone/>
            </a:pPr>
            <a:r>
              <a:rPr lang="en-US" sz="1800">
                <a:solidFill>
                  <a:srgbClr val="D8D8D8"/>
                </a:solidFill>
                <a:latin typeface="Arial"/>
                <a:ea typeface="Arial"/>
                <a:cs typeface="Arial"/>
                <a:sym typeface="Arial"/>
              </a:rPr>
              <a:t> } </a:t>
            </a:r>
            <a:endParaRPr sz="1800">
              <a:solidFill>
                <a:srgbClr val="D8D8D8"/>
              </a:solidFill>
              <a:latin typeface="Arial"/>
              <a:ea typeface="Arial"/>
              <a:cs typeface="Arial"/>
              <a:sym typeface="Arial"/>
            </a:endParaRPr>
          </a:p>
          <a:p>
            <a:pPr indent="0" lvl="0" marL="0" marR="0" rtl="0" algn="l">
              <a:spcBef>
                <a:spcPts val="0"/>
              </a:spcBef>
              <a:spcAft>
                <a:spcPts val="0"/>
              </a:spcAft>
              <a:buNone/>
            </a:pPr>
            <a:r>
              <a:rPr lang="en-US" sz="1800">
                <a:solidFill>
                  <a:srgbClr val="BE67FE"/>
                </a:solidFill>
                <a:latin typeface="Arial"/>
                <a:ea typeface="Arial"/>
                <a:cs typeface="Arial"/>
                <a:sym typeface="Arial"/>
              </a:rPr>
              <a:t>async function</a:t>
            </a:r>
            <a:r>
              <a:rPr lang="en-US" sz="1800">
                <a:solidFill>
                  <a:srgbClr val="D8D8D8"/>
                </a:solidFill>
                <a:latin typeface="Arial"/>
                <a:ea typeface="Arial"/>
                <a:cs typeface="Arial"/>
                <a:sym typeface="Arial"/>
              </a:rPr>
              <a:t> </a:t>
            </a:r>
            <a:r>
              <a:rPr lang="en-US" sz="1800">
                <a:solidFill>
                  <a:srgbClr val="FFC000"/>
                </a:solidFill>
                <a:latin typeface="Arial"/>
                <a:ea typeface="Arial"/>
                <a:cs typeface="Arial"/>
                <a:sym typeface="Arial"/>
              </a:rPr>
              <a:t>mostrarInformacionUsuario</a:t>
            </a:r>
            <a:r>
              <a:rPr lang="en-US" sz="1800">
                <a:solidFill>
                  <a:srgbClr val="D8D8D8"/>
                </a:solidFill>
                <a:latin typeface="Arial"/>
                <a:ea typeface="Arial"/>
                <a:cs typeface="Arial"/>
                <a:sym typeface="Arial"/>
              </a:rPr>
              <a:t>(nombreUsuario) { </a:t>
            </a:r>
            <a:endParaRPr/>
          </a:p>
          <a:p>
            <a:pPr indent="0" lvl="0" marL="0" marR="0" rtl="0" algn="l">
              <a:spcBef>
                <a:spcPts val="0"/>
              </a:spcBef>
              <a:spcAft>
                <a:spcPts val="0"/>
              </a:spcAft>
              <a:buNone/>
            </a:pPr>
            <a:r>
              <a:rPr lang="en-US" sz="1800">
                <a:solidFill>
                  <a:srgbClr val="BE67FE"/>
                </a:solidFill>
                <a:latin typeface="Arial"/>
                <a:ea typeface="Arial"/>
                <a:cs typeface="Arial"/>
                <a:sym typeface="Arial"/>
              </a:rPr>
              <a:t>  const</a:t>
            </a:r>
            <a:r>
              <a:rPr lang="en-US" sz="1800">
                <a:solidFill>
                  <a:srgbClr val="D8D8D8"/>
                </a:solidFill>
                <a:latin typeface="Arial"/>
                <a:ea typeface="Arial"/>
                <a:cs typeface="Arial"/>
                <a:sym typeface="Arial"/>
              </a:rPr>
              <a:t> usuario = </a:t>
            </a:r>
            <a:r>
              <a:rPr lang="en-US" sz="1800">
                <a:solidFill>
                  <a:srgbClr val="BE67FE"/>
                </a:solidFill>
                <a:latin typeface="Arial"/>
                <a:ea typeface="Arial"/>
                <a:cs typeface="Arial"/>
                <a:sym typeface="Arial"/>
              </a:rPr>
              <a:t>await</a:t>
            </a:r>
            <a:r>
              <a:rPr lang="en-US" sz="1800">
                <a:solidFill>
                  <a:srgbClr val="D8D8D8"/>
                </a:solidFill>
                <a:latin typeface="Arial"/>
                <a:ea typeface="Arial"/>
                <a:cs typeface="Arial"/>
                <a:sym typeface="Arial"/>
              </a:rPr>
              <a:t> obtenerInformacionUsuario(nombreUsuario); </a:t>
            </a:r>
            <a:endParaRPr sz="1800">
              <a:solidFill>
                <a:srgbClr val="D8D8D8"/>
              </a:solidFill>
              <a:latin typeface="Arial"/>
              <a:ea typeface="Arial"/>
              <a:cs typeface="Arial"/>
              <a:sym typeface="Arial"/>
            </a:endParaRPr>
          </a:p>
          <a:p>
            <a:pPr indent="0" lvl="0" marL="0" marR="0" rtl="0" algn="l">
              <a:spcBef>
                <a:spcPts val="0"/>
              </a:spcBef>
              <a:spcAft>
                <a:spcPts val="0"/>
              </a:spcAft>
              <a:buNone/>
            </a:pPr>
            <a:r>
              <a:rPr lang="en-US" sz="1800">
                <a:solidFill>
                  <a:srgbClr val="AEABAB"/>
                </a:solidFill>
                <a:latin typeface="Arial"/>
                <a:ea typeface="Arial"/>
                <a:cs typeface="Arial"/>
                <a:sym typeface="Arial"/>
              </a:rPr>
              <a:t>  // Mostrar la información del usuario ... </a:t>
            </a:r>
            <a:endParaRPr/>
          </a:p>
          <a:p>
            <a:pPr indent="0" lvl="0" marL="0" marR="0" rtl="0" algn="l">
              <a:spcBef>
                <a:spcPts val="0"/>
              </a:spcBef>
              <a:spcAft>
                <a:spcPts val="0"/>
              </a:spcAft>
              <a:buNone/>
            </a:pPr>
            <a:r>
              <a:rPr lang="en-US" sz="1800">
                <a:solidFill>
                  <a:srgbClr val="D8D8D8"/>
                </a:solidFill>
                <a:latin typeface="Arial"/>
                <a:ea typeface="Arial"/>
                <a:cs typeface="Arial"/>
                <a:sym typeface="Arial"/>
              </a:rPr>
              <a:t>} </a:t>
            </a:r>
            <a:endParaRPr/>
          </a:p>
          <a:p>
            <a:pPr indent="0" lvl="0" marL="0" marR="0" rtl="0" algn="l">
              <a:spcBef>
                <a:spcPts val="0"/>
              </a:spcBef>
              <a:spcAft>
                <a:spcPts val="0"/>
              </a:spcAft>
              <a:buNone/>
            </a:pPr>
            <a:r>
              <a:rPr lang="en-US" sz="1800">
                <a:solidFill>
                  <a:srgbClr val="D8D8D8"/>
                </a:solidFill>
                <a:latin typeface="Arial"/>
                <a:ea typeface="Arial"/>
                <a:cs typeface="Arial"/>
                <a:sym typeface="Arial"/>
              </a:rPr>
              <a:t>mostrarInformacionUsuario(</a:t>
            </a:r>
            <a:r>
              <a:rPr lang="en-US" sz="1800">
                <a:solidFill>
                  <a:srgbClr val="03A955"/>
                </a:solidFill>
                <a:latin typeface="Arial"/>
                <a:ea typeface="Arial"/>
                <a:cs typeface="Arial"/>
                <a:sym typeface="Arial"/>
              </a:rPr>
              <a:t>"juan"</a:t>
            </a:r>
            <a:r>
              <a:rPr lang="en-US" sz="1800">
                <a:solidFill>
                  <a:srgbClr val="D8D8D8"/>
                </a:solidFill>
                <a:latin typeface="Arial"/>
                <a:ea typeface="Arial"/>
                <a:cs typeface="Arial"/>
                <a:sym typeface="Arial"/>
              </a:rPr>
              <a:t>);</a:t>
            </a:r>
            <a:endParaRPr/>
          </a:p>
        </p:txBody>
      </p:sp>
      <p:sp>
        <p:nvSpPr>
          <p:cNvPr id="232" name="Google Shape;232;p12"/>
          <p:cNvSpPr txBox="1"/>
          <p:nvPr/>
        </p:nvSpPr>
        <p:spPr>
          <a:xfrm>
            <a:off x="8411135" y="2292724"/>
            <a:ext cx="3348317"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E3E3E3"/>
                </a:solidFill>
                <a:latin typeface="Arial"/>
                <a:ea typeface="Arial"/>
                <a:cs typeface="Arial"/>
                <a:sym typeface="Arial"/>
              </a:rPr>
              <a:t>Imaginemos que queremos obtener la información de un usuario a partir de su nombre de usuario. En lugar de usar callbacks, podemos usar promesas y async/await.</a:t>
            </a:r>
            <a:endParaRPr sz="2000">
              <a:solidFill>
                <a:schemeClr val="dk1"/>
              </a:solidFill>
              <a:latin typeface="Arial"/>
              <a:ea typeface="Arial"/>
              <a:cs typeface="Arial"/>
              <a:sym typeface="Arial"/>
            </a:endParaRPr>
          </a:p>
        </p:txBody>
      </p:sp>
      <p:sp>
        <p:nvSpPr>
          <p:cNvPr id="233" name="Google Shape;233;p12"/>
          <p:cNvSpPr txBox="1"/>
          <p:nvPr/>
        </p:nvSpPr>
        <p:spPr>
          <a:xfrm>
            <a:off x="835959" y="5183841"/>
            <a:ext cx="10934698" cy="1200329"/>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E3E3E3"/>
              </a:buClr>
              <a:buSzPts val="1800"/>
              <a:buFont typeface="Arial"/>
              <a:buChar char="•"/>
            </a:pPr>
            <a:r>
              <a:rPr lang="en-US" sz="1800">
                <a:solidFill>
                  <a:srgbClr val="E3E3E3"/>
                </a:solidFill>
                <a:latin typeface="Arial"/>
                <a:ea typeface="Arial"/>
                <a:cs typeface="Arial"/>
                <a:sym typeface="Arial"/>
              </a:rPr>
              <a:t>La </a:t>
            </a:r>
            <a:r>
              <a:rPr lang="en-US" sz="1800">
                <a:solidFill>
                  <a:schemeClr val="lt2"/>
                </a:solidFill>
                <a:latin typeface="Arial"/>
                <a:ea typeface="Arial"/>
                <a:cs typeface="Arial"/>
                <a:sym typeface="Arial"/>
              </a:rPr>
              <a:t>función </a:t>
            </a:r>
            <a:r>
              <a:rPr lang="en-US" sz="1800">
                <a:solidFill>
                  <a:srgbClr val="FFC000"/>
                </a:solidFill>
                <a:latin typeface="Arial"/>
                <a:ea typeface="Arial"/>
                <a:cs typeface="Arial"/>
                <a:sym typeface="Arial"/>
              </a:rPr>
              <a:t>obtenerInformacionUsuario</a:t>
            </a:r>
            <a:r>
              <a:rPr lang="en-US" sz="1800">
                <a:solidFill>
                  <a:srgbClr val="E3E3E3"/>
                </a:solidFill>
                <a:latin typeface="Arial"/>
                <a:ea typeface="Arial"/>
                <a:cs typeface="Arial"/>
                <a:sym typeface="Arial"/>
              </a:rPr>
              <a:t> usa </a:t>
            </a:r>
            <a:r>
              <a:rPr lang="en-US" sz="1800">
                <a:solidFill>
                  <a:srgbClr val="6F02BE"/>
                </a:solidFill>
                <a:latin typeface="Arial"/>
                <a:ea typeface="Arial"/>
                <a:cs typeface="Arial"/>
                <a:sym typeface="Arial"/>
              </a:rPr>
              <a:t>async</a:t>
            </a:r>
            <a:r>
              <a:rPr lang="en-US" sz="1800">
                <a:solidFill>
                  <a:srgbClr val="E3E3E3"/>
                </a:solidFill>
                <a:latin typeface="Arial"/>
                <a:ea typeface="Arial"/>
                <a:cs typeface="Arial"/>
                <a:sym typeface="Arial"/>
              </a:rPr>
              <a:t> para indicar que es una función asíncrona.</a:t>
            </a:r>
            <a:endParaRPr/>
          </a:p>
          <a:p>
            <a:pPr indent="-114300" lvl="0" marL="0" marR="0" rtl="0" algn="l">
              <a:spcBef>
                <a:spcPts val="0"/>
              </a:spcBef>
              <a:spcAft>
                <a:spcPts val="0"/>
              </a:spcAft>
              <a:buClr>
                <a:srgbClr val="E3E3E3"/>
              </a:buClr>
              <a:buSzPts val="1800"/>
              <a:buFont typeface="Arial"/>
              <a:buChar char="•"/>
            </a:pPr>
            <a:r>
              <a:rPr lang="en-US" sz="1800">
                <a:solidFill>
                  <a:srgbClr val="E3E3E3"/>
                </a:solidFill>
                <a:latin typeface="Arial"/>
                <a:ea typeface="Arial"/>
                <a:cs typeface="Arial"/>
                <a:sym typeface="Arial"/>
              </a:rPr>
              <a:t>La </a:t>
            </a:r>
            <a:r>
              <a:rPr b="1" lang="en-US" sz="1800">
                <a:solidFill>
                  <a:srgbClr val="E3E3E3"/>
                </a:solidFill>
                <a:latin typeface="Arial"/>
                <a:ea typeface="Arial"/>
                <a:cs typeface="Arial"/>
                <a:sym typeface="Arial"/>
              </a:rPr>
              <a:t>función </a:t>
            </a:r>
            <a:r>
              <a:rPr b="1" lang="en-US" sz="1800">
                <a:solidFill>
                  <a:srgbClr val="FFC000"/>
                </a:solidFill>
                <a:latin typeface="Arial"/>
                <a:ea typeface="Arial"/>
                <a:cs typeface="Arial"/>
                <a:sym typeface="Arial"/>
              </a:rPr>
              <a:t>obtenerInformacionUsuario</a:t>
            </a:r>
            <a:r>
              <a:rPr lang="en-US" sz="1800">
                <a:solidFill>
                  <a:srgbClr val="E3E3E3"/>
                </a:solidFill>
                <a:latin typeface="Arial"/>
                <a:ea typeface="Arial"/>
                <a:cs typeface="Arial"/>
                <a:sym typeface="Arial"/>
              </a:rPr>
              <a:t> usa </a:t>
            </a:r>
            <a:r>
              <a:rPr lang="en-US" sz="1800">
                <a:solidFill>
                  <a:srgbClr val="6F02BE"/>
                </a:solidFill>
                <a:latin typeface="Arial"/>
                <a:ea typeface="Arial"/>
                <a:cs typeface="Arial"/>
                <a:sym typeface="Arial"/>
              </a:rPr>
              <a:t>await</a:t>
            </a:r>
            <a:r>
              <a:rPr lang="en-US" sz="1800">
                <a:solidFill>
                  <a:srgbClr val="E3E3E3"/>
                </a:solidFill>
                <a:latin typeface="Arial"/>
                <a:ea typeface="Arial"/>
                <a:cs typeface="Arial"/>
                <a:sym typeface="Arial"/>
              </a:rPr>
              <a:t> para esperar a que la solicitud a la API termine.</a:t>
            </a:r>
            <a:endParaRPr/>
          </a:p>
          <a:p>
            <a:pPr indent="-114300" lvl="0" marL="0" marR="0" rtl="0" algn="l">
              <a:spcBef>
                <a:spcPts val="0"/>
              </a:spcBef>
              <a:spcAft>
                <a:spcPts val="0"/>
              </a:spcAft>
              <a:buClr>
                <a:srgbClr val="E3E3E3"/>
              </a:buClr>
              <a:buSzPts val="1800"/>
              <a:buFont typeface="Arial"/>
              <a:buChar char="•"/>
            </a:pPr>
            <a:r>
              <a:rPr lang="en-US" sz="1800">
                <a:solidFill>
                  <a:srgbClr val="E3E3E3"/>
                </a:solidFill>
                <a:latin typeface="Arial"/>
                <a:ea typeface="Arial"/>
                <a:cs typeface="Arial"/>
                <a:sym typeface="Arial"/>
              </a:rPr>
              <a:t>La </a:t>
            </a:r>
            <a:r>
              <a:rPr b="1" lang="en-US" sz="1800">
                <a:solidFill>
                  <a:srgbClr val="E3E3E3"/>
                </a:solidFill>
                <a:latin typeface="Arial"/>
                <a:ea typeface="Arial"/>
                <a:cs typeface="Arial"/>
                <a:sym typeface="Arial"/>
              </a:rPr>
              <a:t>función </a:t>
            </a:r>
            <a:r>
              <a:rPr b="1" lang="en-US" sz="1800">
                <a:solidFill>
                  <a:srgbClr val="FFC000"/>
                </a:solidFill>
                <a:latin typeface="Arial"/>
                <a:ea typeface="Arial"/>
                <a:cs typeface="Arial"/>
                <a:sym typeface="Arial"/>
              </a:rPr>
              <a:t>mostrarInformacionUsuario</a:t>
            </a:r>
            <a:r>
              <a:rPr lang="en-US" sz="1800">
                <a:solidFill>
                  <a:srgbClr val="E3E3E3"/>
                </a:solidFill>
                <a:latin typeface="Arial"/>
                <a:ea typeface="Arial"/>
                <a:cs typeface="Arial"/>
                <a:sym typeface="Arial"/>
              </a:rPr>
              <a:t> usa </a:t>
            </a:r>
            <a:r>
              <a:rPr lang="en-US" sz="1800">
                <a:solidFill>
                  <a:srgbClr val="6F02BE"/>
                </a:solidFill>
                <a:latin typeface="Arial"/>
                <a:ea typeface="Arial"/>
                <a:cs typeface="Arial"/>
                <a:sym typeface="Arial"/>
              </a:rPr>
              <a:t>await</a:t>
            </a:r>
            <a:r>
              <a:rPr lang="en-US" sz="1800">
                <a:solidFill>
                  <a:srgbClr val="E3E3E3"/>
                </a:solidFill>
                <a:latin typeface="Arial"/>
                <a:ea typeface="Arial"/>
                <a:cs typeface="Arial"/>
                <a:sym typeface="Arial"/>
              </a:rPr>
              <a:t> para esperar a que la función obtenerInformacionUsuario termine.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3"/>
          <p:cNvSpPr txBox="1"/>
          <p:nvPr>
            <p:ph type="title"/>
          </p:nvPr>
        </p:nvSpPr>
        <p:spPr>
          <a:xfrm>
            <a:off x="321869" y="579120"/>
            <a:ext cx="11548261" cy="273330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3200"/>
              <a:buFont typeface="Arial"/>
              <a:buNone/>
            </a:pPr>
            <a:r>
              <a:rPr b="0" i="0" lang="en-US" sz="3200" u="none" cap="none" strike="noStrike">
                <a:solidFill>
                  <a:schemeClr val="lt1"/>
                </a:solidFill>
                <a:latin typeface="Arial"/>
                <a:ea typeface="Arial"/>
                <a:cs typeface="Arial"/>
                <a:sym typeface="Arial"/>
              </a:rPr>
              <a:t>FUNCION FETCH</a:t>
            </a:r>
            <a:endParaRPr b="0" i="0" sz="3200" u="none" cap="none" strike="noStrike">
              <a:solidFill>
                <a:schemeClr val="lt1"/>
              </a:solidFill>
              <a:latin typeface="Arial"/>
              <a:ea typeface="Arial"/>
              <a:cs typeface="Arial"/>
              <a:sym typeface="Arial"/>
            </a:endParaRPr>
          </a:p>
        </p:txBody>
      </p:sp>
      <p:sp>
        <p:nvSpPr>
          <p:cNvPr id="240" name="Google Shape;240;p13"/>
          <p:cNvSpPr txBox="1"/>
          <p:nvPr>
            <p:ph idx="1" type="subTitle"/>
          </p:nvPr>
        </p:nvSpPr>
        <p:spPr>
          <a:xfrm>
            <a:off x="321868" y="3484615"/>
            <a:ext cx="11562303" cy="238786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BDEF5"/>
              </a:buClr>
              <a:buSzPts val="4000"/>
              <a:buNone/>
            </a:pPr>
            <a:r>
              <a:rPr b="0" i="0" lang="en-US" sz="4000" u="none" cap="none" strike="noStrike">
                <a:solidFill>
                  <a:srgbClr val="1BDEF5"/>
                </a:solidFill>
                <a:latin typeface="Arial"/>
                <a:ea typeface="Arial"/>
                <a:cs typeface="Arial"/>
                <a:sym typeface="Arial"/>
              </a:rPr>
              <a:t>¿QUÉ ES FETCH?</a:t>
            </a:r>
            <a:endParaRPr b="0" i="0" sz="4000" u="none" cap="none" strike="noStrike">
              <a:solidFill>
                <a:srgbClr val="1BDEF5"/>
              </a:solidFill>
              <a:latin typeface="Arial"/>
              <a:ea typeface="Arial"/>
              <a:cs typeface="Arial"/>
              <a:sym typeface="Arial"/>
            </a:endParaRPr>
          </a:p>
        </p:txBody>
      </p:sp>
      <p:sp>
        <p:nvSpPr>
          <p:cNvPr id="241" name="Google Shape;241;p13"/>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4"/>
          <p:cNvSpPr txBox="1"/>
          <p:nvPr>
            <p:ph type="title"/>
          </p:nvPr>
        </p:nvSpPr>
        <p:spPr>
          <a:xfrm>
            <a:off x="733562" y="433906"/>
            <a:ext cx="10515601" cy="132746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1BDEF5"/>
              </a:buClr>
              <a:buSzPts val="3200"/>
              <a:buFont typeface="Arial"/>
              <a:buNone/>
            </a:pPr>
            <a:r>
              <a:rPr b="0" i="0" lang="en-US" sz="3200" u="none" cap="none" strike="noStrike">
                <a:solidFill>
                  <a:srgbClr val="1BDEF5"/>
                </a:solidFill>
                <a:latin typeface="Arial"/>
                <a:ea typeface="Arial"/>
                <a:cs typeface="Arial"/>
                <a:sym typeface="Arial"/>
              </a:rPr>
              <a:t>¿QUE ES FETCH?</a:t>
            </a:r>
            <a:endParaRPr b="0" i="0" sz="3200" u="none" cap="none" strike="noStrike">
              <a:solidFill>
                <a:srgbClr val="1BDEF5"/>
              </a:solidFill>
              <a:latin typeface="Arial"/>
              <a:ea typeface="Arial"/>
              <a:cs typeface="Arial"/>
              <a:sym typeface="Arial"/>
            </a:endParaRPr>
          </a:p>
        </p:txBody>
      </p:sp>
      <p:pic>
        <p:nvPicPr>
          <p:cNvPr descr="🆕 Petición y Respuesta Http - Request - Response PHP Video" id="248" name="Google Shape;248;p14"/>
          <p:cNvPicPr preferRelativeResize="0"/>
          <p:nvPr/>
        </p:nvPicPr>
        <p:blipFill rotWithShape="1">
          <a:blip r:embed="rId3">
            <a:alphaModFix/>
          </a:blip>
          <a:srcRect b="15850" l="0" r="0" t="0"/>
          <a:stretch/>
        </p:blipFill>
        <p:spPr>
          <a:xfrm>
            <a:off x="845799" y="2465535"/>
            <a:ext cx="7240544" cy="3427265"/>
          </a:xfrm>
          <a:prstGeom prst="rect">
            <a:avLst/>
          </a:prstGeom>
          <a:noFill/>
          <a:ln>
            <a:noFill/>
          </a:ln>
        </p:spPr>
      </p:pic>
      <p:sp>
        <p:nvSpPr>
          <p:cNvPr id="249" name="Google Shape;249;p14"/>
          <p:cNvSpPr txBox="1"/>
          <p:nvPr>
            <p:ph idx="2" type="body"/>
          </p:nvPr>
        </p:nvSpPr>
        <p:spPr>
          <a:xfrm>
            <a:off x="8392160" y="2465388"/>
            <a:ext cx="3495600" cy="3427412"/>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lt1"/>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lt1"/>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lt1"/>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lt1"/>
              </a:buClr>
              <a:buSzPts val="1600"/>
              <a:buFont typeface="Arial"/>
              <a:buNone/>
            </a:pPr>
            <a:r>
              <a:rPr b="0" i="0" lang="en-US" sz="1600" u="none" cap="none" strike="noStrike">
                <a:solidFill>
                  <a:schemeClr val="lt1"/>
                </a:solidFill>
                <a:latin typeface="Arial"/>
                <a:ea typeface="Arial"/>
                <a:cs typeface="Arial"/>
                <a:sym typeface="Arial"/>
              </a:rPr>
              <a:t>La función fetch es una herramienta fundamental en el arsenal de cualquier desarrollador JavaScript moderno. Permite realizar peticiones HTTP de forma asíncrona, lo que significa que podemos enviar una solicitud a un servidor y continuar ejecutando nuestro código mientras esperamos la respuesta. Esto nos permite crear aplicaciones web más fluidas y receptivas.</a:t>
            </a:r>
            <a:endParaRPr b="0" i="0" sz="16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lt1"/>
              </a:buClr>
              <a:buSzPts val="1100"/>
              <a:buFont typeface="Arial"/>
              <a:buNone/>
            </a:pPr>
            <a:r>
              <a:t/>
            </a:r>
            <a:endParaRPr b="1" i="0" sz="11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lt1"/>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10000"/>
              </a:lnSpc>
              <a:spcBef>
                <a:spcPts val="1000"/>
              </a:spcBef>
              <a:spcAft>
                <a:spcPts val="0"/>
              </a:spcAft>
              <a:buClr>
                <a:schemeClr val="lt1"/>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250" name="Google Shape;250;p14"/>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5"/>
          <p:cNvSpPr txBox="1"/>
          <p:nvPr>
            <p:ph type="title"/>
          </p:nvPr>
        </p:nvSpPr>
        <p:spPr>
          <a:xfrm>
            <a:off x="3305669" y="113097"/>
            <a:ext cx="7420819" cy="1656304"/>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1BDEF5"/>
              </a:buClr>
              <a:buSzPts val="3200"/>
              <a:buFont typeface="Arial"/>
              <a:buNone/>
            </a:pPr>
            <a:r>
              <a:rPr b="0" i="0" lang="en-US" sz="3200" u="none" cap="none" strike="noStrike">
                <a:solidFill>
                  <a:srgbClr val="1BDEF5"/>
                </a:solidFill>
                <a:latin typeface="Arial"/>
                <a:ea typeface="Arial"/>
                <a:cs typeface="Arial"/>
                <a:sym typeface="Arial"/>
              </a:rPr>
              <a:t>¿PASOS DE UNA PETICIÓN HTTP?</a:t>
            </a:r>
            <a:endParaRPr b="0" i="0" sz="3200" u="none" cap="none" strike="noStrike">
              <a:solidFill>
                <a:srgbClr val="1BDEF5"/>
              </a:solidFill>
              <a:latin typeface="Arial"/>
              <a:ea typeface="Arial"/>
              <a:cs typeface="Arial"/>
              <a:sym typeface="Arial"/>
            </a:endParaRPr>
          </a:p>
        </p:txBody>
      </p:sp>
      <p:pic>
        <p:nvPicPr>
          <p:cNvPr descr="Cómo funciona HTTP" id="257" name="Google Shape;257;p15"/>
          <p:cNvPicPr preferRelativeResize="0"/>
          <p:nvPr>
            <p:ph idx="1" type="body"/>
          </p:nvPr>
        </p:nvPicPr>
        <p:blipFill rotWithShape="1">
          <a:blip r:embed="rId3">
            <a:alphaModFix/>
          </a:blip>
          <a:srcRect b="0" l="0" r="0" t="0"/>
          <a:stretch/>
        </p:blipFill>
        <p:spPr>
          <a:xfrm>
            <a:off x="2745375" y="2146852"/>
            <a:ext cx="8720701" cy="4401685"/>
          </a:xfrm>
          <a:prstGeom prst="rect">
            <a:avLst/>
          </a:prstGeom>
          <a:noFill/>
          <a:ln>
            <a:noFill/>
          </a:ln>
        </p:spPr>
      </p:pic>
      <p:sp>
        <p:nvSpPr>
          <p:cNvPr id="258" name="Google Shape;258;p15"/>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6"/>
          <p:cNvSpPr txBox="1"/>
          <p:nvPr>
            <p:ph type="title"/>
          </p:nvPr>
        </p:nvSpPr>
        <p:spPr>
          <a:xfrm>
            <a:off x="741680" y="430482"/>
            <a:ext cx="10500989" cy="126022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1CDFF5"/>
              </a:buClr>
              <a:buSzPts val="3200"/>
              <a:buFont typeface="Arial"/>
              <a:buNone/>
            </a:pPr>
            <a:r>
              <a:rPr b="0" i="0" lang="en-US" sz="3200" u="none" cap="none" strike="noStrike">
                <a:solidFill>
                  <a:srgbClr val="1CDFF5"/>
                </a:solidFill>
                <a:latin typeface="Arial"/>
                <a:ea typeface="Arial"/>
                <a:cs typeface="Arial"/>
                <a:sym typeface="Arial"/>
              </a:rPr>
              <a:t>¿CÓMO FUNCIONA FETCH?</a:t>
            </a:r>
            <a:endParaRPr b="0" i="0" sz="3200" u="none" cap="none" strike="noStrike">
              <a:solidFill>
                <a:srgbClr val="1BDEF5"/>
              </a:solidFill>
              <a:latin typeface="Arial"/>
              <a:ea typeface="Arial"/>
              <a:cs typeface="Arial"/>
              <a:sym typeface="Arial"/>
            </a:endParaRPr>
          </a:p>
        </p:txBody>
      </p:sp>
      <p:sp>
        <p:nvSpPr>
          <p:cNvPr id="265" name="Google Shape;265;p16"/>
          <p:cNvSpPr txBox="1"/>
          <p:nvPr>
            <p:ph idx="2" type="body"/>
          </p:nvPr>
        </p:nvSpPr>
        <p:spPr>
          <a:xfrm>
            <a:off x="736600" y="2106953"/>
            <a:ext cx="10506068" cy="399269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SzPts val="1800"/>
              <a:buNone/>
            </a:pPr>
            <a:r>
              <a:rPr b="0" i="0" lang="en-US" sz="1800" u="none" cap="none" strike="noStrike">
                <a:solidFill>
                  <a:srgbClr val="E3E3E3"/>
                </a:solidFill>
                <a:latin typeface="Arial"/>
                <a:ea typeface="Arial"/>
                <a:cs typeface="Arial"/>
                <a:sym typeface="Arial"/>
              </a:rPr>
              <a:t>La función </a:t>
            </a:r>
            <a:r>
              <a:rPr b="0" i="0" lang="en-US" sz="1800" u="none" cap="none" strike="noStrike">
                <a:solidFill>
                  <a:srgbClr val="FFC000"/>
                </a:solidFill>
                <a:latin typeface="Arial"/>
                <a:ea typeface="Arial"/>
                <a:cs typeface="Arial"/>
                <a:sym typeface="Arial"/>
              </a:rPr>
              <a:t>fetch</a:t>
            </a:r>
            <a:r>
              <a:rPr b="0" i="0" lang="en-US" sz="1800" u="none" cap="none" strike="noStrike">
                <a:solidFill>
                  <a:srgbClr val="E3E3E3"/>
                </a:solidFill>
                <a:latin typeface="Arial"/>
                <a:ea typeface="Arial"/>
                <a:cs typeface="Arial"/>
                <a:sym typeface="Arial"/>
              </a:rPr>
              <a:t> toma una </a:t>
            </a:r>
            <a:r>
              <a:rPr b="1" i="0" lang="en-US" sz="1800" u="none" cap="none" strike="noStrike">
                <a:solidFill>
                  <a:srgbClr val="E3E3E3"/>
                </a:solidFill>
                <a:latin typeface="Arial"/>
                <a:ea typeface="Arial"/>
                <a:cs typeface="Arial"/>
                <a:sym typeface="Arial"/>
              </a:rPr>
              <a:t>URL</a:t>
            </a:r>
            <a:r>
              <a:rPr b="0" i="0" lang="en-US" sz="1800" u="none" cap="none" strike="noStrike">
                <a:solidFill>
                  <a:srgbClr val="E3E3E3"/>
                </a:solidFill>
                <a:latin typeface="Arial"/>
                <a:ea typeface="Arial"/>
                <a:cs typeface="Arial"/>
                <a:sym typeface="Arial"/>
              </a:rPr>
              <a:t> como argumento y devuelve una</a:t>
            </a:r>
            <a:r>
              <a:rPr b="1" i="0" lang="en-US" sz="1800" u="none" cap="none" strike="noStrike">
                <a:solidFill>
                  <a:srgbClr val="E3E3E3"/>
                </a:solidFill>
                <a:latin typeface="Arial"/>
                <a:ea typeface="Arial"/>
                <a:cs typeface="Arial"/>
                <a:sym typeface="Arial"/>
              </a:rPr>
              <a:t> promesa</a:t>
            </a:r>
            <a:r>
              <a:rPr b="0" i="0" lang="en-US" sz="1800" u="none" cap="none" strike="noStrike">
                <a:solidFill>
                  <a:srgbClr val="E3E3E3"/>
                </a:solidFill>
                <a:latin typeface="Arial"/>
                <a:ea typeface="Arial"/>
                <a:cs typeface="Arial"/>
                <a:sym typeface="Arial"/>
              </a:rPr>
              <a:t>. Una promesa es un objeto que representa el eventual resultado de una operación asíncrona. En este caso, la promesa representa la eventual respuesta del </a:t>
            </a:r>
            <a:r>
              <a:rPr b="1" i="0" lang="en-US" sz="1800" u="none" cap="none" strike="noStrike">
                <a:solidFill>
                  <a:srgbClr val="E3E3E3"/>
                </a:solidFill>
                <a:latin typeface="Arial"/>
                <a:ea typeface="Arial"/>
                <a:cs typeface="Arial"/>
                <a:sym typeface="Arial"/>
              </a:rPr>
              <a:t>servidor</a:t>
            </a:r>
            <a:r>
              <a:rPr b="0" i="0" lang="en-US" sz="1800" u="none" cap="none" strike="noStrike">
                <a:solidFill>
                  <a:srgbClr val="E3E3E3"/>
                </a:solidFill>
                <a:latin typeface="Arial"/>
                <a:ea typeface="Arial"/>
                <a:cs typeface="Arial"/>
                <a:sym typeface="Arial"/>
              </a:rPr>
              <a:t>.</a:t>
            </a:r>
            <a:endParaRPr b="0" i="0" sz="1800" u="none" cap="none" strike="noStrike">
              <a:solidFill>
                <a:schemeClr val="lt1"/>
              </a:solidFill>
              <a:latin typeface="Arial"/>
              <a:ea typeface="Arial"/>
              <a:cs typeface="Arial"/>
              <a:sym typeface="Arial"/>
            </a:endParaRPr>
          </a:p>
          <a:p>
            <a:pPr indent="0" lvl="0" marL="0" rtl="0" algn="l">
              <a:lnSpc>
                <a:spcPct val="120000"/>
              </a:lnSpc>
              <a:spcBef>
                <a:spcPts val="1000"/>
              </a:spcBef>
              <a:spcAft>
                <a:spcPts val="0"/>
              </a:spcAft>
              <a:buSzPts val="1800"/>
              <a:buNone/>
            </a:pPr>
            <a:r>
              <a:rPr b="0" i="0" lang="en-US" sz="1800" u="none" cap="none" strike="noStrike">
                <a:solidFill>
                  <a:srgbClr val="E3E3E3"/>
                </a:solidFill>
                <a:latin typeface="Arial"/>
                <a:ea typeface="Arial"/>
                <a:cs typeface="Arial"/>
                <a:sym typeface="Arial"/>
              </a:rPr>
              <a:t>La promesa proporcionada por </a:t>
            </a:r>
            <a:r>
              <a:rPr b="0" i="0" lang="en-US" sz="1800" u="none" cap="none" strike="noStrike">
                <a:solidFill>
                  <a:srgbClr val="FFC000"/>
                </a:solidFill>
                <a:latin typeface="Arial"/>
                <a:ea typeface="Arial"/>
                <a:cs typeface="Arial"/>
                <a:sym typeface="Arial"/>
              </a:rPr>
              <a:t>fetch</a:t>
            </a:r>
            <a:r>
              <a:rPr b="0" i="0" lang="en-US" sz="1800" u="none" cap="none" strike="noStrike">
                <a:solidFill>
                  <a:srgbClr val="E3E3E3"/>
                </a:solidFill>
                <a:latin typeface="Arial"/>
                <a:ea typeface="Arial"/>
                <a:cs typeface="Arial"/>
                <a:sym typeface="Arial"/>
              </a:rPr>
              <a:t> tiene dos métodos principales:</a:t>
            </a:r>
            <a:endParaRPr b="0" i="0" sz="18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800"/>
              <a:buFont typeface="Arial"/>
              <a:buChar char="•"/>
            </a:pPr>
            <a:r>
              <a:rPr b="0" i="0" lang="en-US" sz="1800" u="none" cap="none" strike="noStrike">
                <a:solidFill>
                  <a:srgbClr val="FFC000"/>
                </a:solidFill>
                <a:latin typeface="Arial"/>
                <a:ea typeface="Arial"/>
                <a:cs typeface="Arial"/>
                <a:sym typeface="Arial"/>
              </a:rPr>
              <a:t>then(): </a:t>
            </a:r>
            <a:r>
              <a:rPr b="0" i="0" lang="en-US" sz="1800" u="none" cap="none" strike="noStrike">
                <a:solidFill>
                  <a:srgbClr val="E3E3E3"/>
                </a:solidFill>
                <a:latin typeface="Arial"/>
                <a:ea typeface="Arial"/>
                <a:cs typeface="Arial"/>
                <a:sym typeface="Arial"/>
              </a:rPr>
              <a:t>Este método se ejecuta cuando la</a:t>
            </a:r>
            <a:r>
              <a:rPr b="1" i="0" lang="en-US" sz="1800" u="none" cap="none" strike="noStrike">
                <a:solidFill>
                  <a:srgbClr val="E3E3E3"/>
                </a:solidFill>
                <a:latin typeface="Arial"/>
                <a:ea typeface="Arial"/>
                <a:cs typeface="Arial"/>
                <a:sym typeface="Arial"/>
              </a:rPr>
              <a:t> promesa se resuelve</a:t>
            </a:r>
            <a:r>
              <a:rPr b="0" i="0" lang="en-US" sz="1800" u="none" cap="none" strike="noStrike">
                <a:solidFill>
                  <a:srgbClr val="E3E3E3"/>
                </a:solidFill>
                <a:latin typeface="Arial"/>
                <a:ea typeface="Arial"/>
                <a:cs typeface="Arial"/>
                <a:sym typeface="Arial"/>
              </a:rPr>
              <a:t>, es decir, cuando se recibe la </a:t>
            </a:r>
            <a:r>
              <a:rPr b="1" i="0" lang="en-US" sz="1800" u="none" cap="none" strike="noStrike">
                <a:solidFill>
                  <a:srgbClr val="E3E3E3"/>
                </a:solidFill>
                <a:latin typeface="Arial"/>
                <a:ea typeface="Arial"/>
                <a:cs typeface="Arial"/>
                <a:sym typeface="Arial"/>
              </a:rPr>
              <a:t>respuesta del servidor</a:t>
            </a:r>
            <a:r>
              <a:rPr b="0" i="0" lang="en-US" sz="1800" u="none" cap="none" strike="noStrike">
                <a:solidFill>
                  <a:srgbClr val="E3E3E3"/>
                </a:solidFill>
                <a:latin typeface="Arial"/>
                <a:ea typeface="Arial"/>
                <a:cs typeface="Arial"/>
                <a:sym typeface="Arial"/>
              </a:rPr>
              <a:t>. El argumento del método </a:t>
            </a:r>
            <a:r>
              <a:rPr b="0" i="0" lang="en-US" sz="1800" u="none" cap="none" strike="noStrike">
                <a:solidFill>
                  <a:srgbClr val="FFC000"/>
                </a:solidFill>
                <a:latin typeface="Arial"/>
                <a:ea typeface="Arial"/>
                <a:cs typeface="Arial"/>
                <a:sym typeface="Arial"/>
              </a:rPr>
              <a:t>then()</a:t>
            </a:r>
            <a:r>
              <a:rPr b="0" i="0" lang="en-US" sz="1800" u="none" cap="none" strike="noStrike">
                <a:solidFill>
                  <a:srgbClr val="E3E3E3"/>
                </a:solidFill>
                <a:latin typeface="Arial"/>
                <a:ea typeface="Arial"/>
                <a:cs typeface="Arial"/>
                <a:sym typeface="Arial"/>
              </a:rPr>
              <a:t> es una función que se llama con el objeto de respuesta.</a:t>
            </a:r>
            <a:endParaRPr b="0" i="0" sz="18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800"/>
              <a:buFont typeface="Arial"/>
              <a:buChar char="•"/>
            </a:pPr>
            <a:r>
              <a:rPr b="0" i="0" lang="en-US" sz="1800" u="none" cap="none" strike="noStrike">
                <a:solidFill>
                  <a:srgbClr val="FFC000"/>
                </a:solidFill>
                <a:latin typeface="Arial"/>
                <a:ea typeface="Arial"/>
                <a:cs typeface="Arial"/>
                <a:sym typeface="Arial"/>
              </a:rPr>
              <a:t>catch():</a:t>
            </a:r>
            <a:r>
              <a:rPr b="0" i="0" lang="en-US" sz="1800" u="none" cap="none" strike="noStrike">
                <a:solidFill>
                  <a:srgbClr val="E3E3E3"/>
                </a:solidFill>
                <a:latin typeface="Arial"/>
                <a:ea typeface="Arial"/>
                <a:cs typeface="Arial"/>
                <a:sym typeface="Arial"/>
              </a:rPr>
              <a:t> Este método se ejecuta </a:t>
            </a:r>
            <a:r>
              <a:rPr b="1" i="0" lang="en-US" sz="1800" u="none" cap="none" strike="noStrike">
                <a:solidFill>
                  <a:srgbClr val="E3E3E3"/>
                </a:solidFill>
                <a:latin typeface="Arial"/>
                <a:ea typeface="Arial"/>
                <a:cs typeface="Arial"/>
                <a:sym typeface="Arial"/>
              </a:rPr>
              <a:t>si la promesa se rechaza</a:t>
            </a:r>
            <a:r>
              <a:rPr b="0" i="0" lang="en-US" sz="1800" u="none" cap="none" strike="noStrike">
                <a:solidFill>
                  <a:srgbClr val="E3E3E3"/>
                </a:solidFill>
                <a:latin typeface="Arial"/>
                <a:ea typeface="Arial"/>
                <a:cs typeface="Arial"/>
                <a:sym typeface="Arial"/>
              </a:rPr>
              <a:t>, es decir, si ocurre un </a:t>
            </a:r>
            <a:r>
              <a:rPr b="1" i="0" lang="en-US" sz="1800" u="none" cap="none" strike="noStrike">
                <a:solidFill>
                  <a:srgbClr val="E3E3E3"/>
                </a:solidFill>
                <a:latin typeface="Arial"/>
                <a:ea typeface="Arial"/>
                <a:cs typeface="Arial"/>
                <a:sym typeface="Arial"/>
              </a:rPr>
              <a:t>error durante la solicitud</a:t>
            </a:r>
            <a:r>
              <a:rPr b="0" i="0" lang="en-US" sz="1800" u="none" cap="none" strike="noStrike">
                <a:solidFill>
                  <a:srgbClr val="E3E3E3"/>
                </a:solidFill>
                <a:latin typeface="Arial"/>
                <a:ea typeface="Arial"/>
                <a:cs typeface="Arial"/>
                <a:sym typeface="Arial"/>
              </a:rPr>
              <a:t>. El argumento del método </a:t>
            </a:r>
            <a:r>
              <a:rPr b="0" i="0" lang="en-US" sz="1800" u="none" cap="none" strike="noStrike">
                <a:solidFill>
                  <a:srgbClr val="FFC000"/>
                </a:solidFill>
                <a:latin typeface="Arial"/>
                <a:ea typeface="Arial"/>
                <a:cs typeface="Arial"/>
                <a:sym typeface="Arial"/>
              </a:rPr>
              <a:t>catch()</a:t>
            </a:r>
            <a:r>
              <a:rPr b="0" i="0" lang="en-US" sz="1800" u="none" cap="none" strike="noStrike">
                <a:solidFill>
                  <a:srgbClr val="E3E3E3"/>
                </a:solidFill>
                <a:latin typeface="Arial"/>
                <a:ea typeface="Arial"/>
                <a:cs typeface="Arial"/>
                <a:sym typeface="Arial"/>
              </a:rPr>
              <a:t> es una función que se llama con el objeto de error.</a:t>
            </a:r>
            <a:endParaRPr b="0" i="0" sz="1800" u="none" cap="none" strike="noStrike">
              <a:solidFill>
                <a:schemeClr val="lt1"/>
              </a:solidFill>
              <a:latin typeface="Arial"/>
              <a:ea typeface="Arial"/>
              <a:cs typeface="Arial"/>
              <a:sym typeface="Arial"/>
            </a:endParaRPr>
          </a:p>
        </p:txBody>
      </p:sp>
      <p:sp>
        <p:nvSpPr>
          <p:cNvPr id="266" name="Google Shape;266;p16"/>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7"/>
          <p:cNvSpPr txBox="1"/>
          <p:nvPr>
            <p:ph type="title"/>
          </p:nvPr>
        </p:nvSpPr>
        <p:spPr>
          <a:xfrm>
            <a:off x="835370" y="643842"/>
            <a:ext cx="10515601" cy="1140849"/>
          </a:xfrm>
          <a:prstGeom prst="rect">
            <a:avLst/>
          </a:prstGeom>
          <a:noFill/>
          <a:ln>
            <a:noFill/>
          </a:ln>
        </p:spPr>
        <p:txBody>
          <a:bodyPr anchorCtr="0" anchor="b" bIns="45700" lIns="0" spcFirstLastPara="1" rIns="91425" wrap="square" tIns="45700">
            <a:noAutofit/>
          </a:bodyPr>
          <a:lstStyle/>
          <a:p>
            <a:pPr indent="0" lvl="0" marL="0" rtl="0" algn="l">
              <a:lnSpc>
                <a:spcPct val="90000"/>
              </a:lnSpc>
              <a:spcBef>
                <a:spcPts val="0"/>
              </a:spcBef>
              <a:spcAft>
                <a:spcPts val="0"/>
              </a:spcAft>
              <a:buClr>
                <a:srgbClr val="1BDEF5"/>
              </a:buClr>
              <a:buSzPts val="3200"/>
              <a:buFont typeface="Arial"/>
              <a:buNone/>
            </a:pPr>
            <a:r>
              <a:rPr b="0" i="0" lang="en-US" sz="3200" u="none" cap="none" strike="noStrike">
                <a:solidFill>
                  <a:srgbClr val="1BDEF5"/>
                </a:solidFill>
                <a:latin typeface="Arial"/>
                <a:ea typeface="Arial"/>
                <a:cs typeface="Arial"/>
                <a:sym typeface="Arial"/>
              </a:rPr>
              <a:t>EJEMPLO PRACTICO</a:t>
            </a:r>
            <a:endParaRPr b="0" i="0" sz="3200" u="none" cap="none" strike="noStrike">
              <a:solidFill>
                <a:srgbClr val="1BDEF5"/>
              </a:solidFill>
              <a:latin typeface="Arial"/>
              <a:ea typeface="Arial"/>
              <a:cs typeface="Arial"/>
              <a:sym typeface="Arial"/>
            </a:endParaRPr>
          </a:p>
        </p:txBody>
      </p:sp>
      <p:sp>
        <p:nvSpPr>
          <p:cNvPr id="273" name="Google Shape;273;p17"/>
          <p:cNvSpPr txBox="1"/>
          <p:nvPr/>
        </p:nvSpPr>
        <p:spPr>
          <a:xfrm>
            <a:off x="835959" y="2169459"/>
            <a:ext cx="7584140" cy="2585323"/>
          </a:xfrm>
          <a:prstGeom prst="rect">
            <a:avLst/>
          </a:prstGeom>
          <a:solidFill>
            <a:srgbClr val="0C0C0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C000"/>
                </a:solidFill>
                <a:latin typeface="Arial"/>
                <a:ea typeface="Arial"/>
                <a:cs typeface="Arial"/>
                <a:sym typeface="Arial"/>
              </a:rPr>
              <a:t>fetch</a:t>
            </a:r>
            <a:r>
              <a:rPr lang="en-US" sz="1800">
                <a:solidFill>
                  <a:srgbClr val="D8D8D8"/>
                </a:solidFill>
                <a:latin typeface="Arial"/>
                <a:ea typeface="Arial"/>
                <a:cs typeface="Arial"/>
                <a:sym typeface="Arial"/>
              </a:rPr>
              <a:t>(</a:t>
            </a:r>
            <a:r>
              <a:rPr lang="en-US" sz="1800">
                <a:solidFill>
                  <a:srgbClr val="00B050"/>
                </a:solidFill>
                <a:latin typeface="Arial"/>
                <a:ea typeface="Arial"/>
                <a:cs typeface="Arial"/>
                <a:sym typeface="Arial"/>
              </a:rPr>
              <a:t>'/api/usuarios/juan'</a:t>
            </a:r>
            <a:r>
              <a:rPr lang="en-US" sz="1800">
                <a:solidFill>
                  <a:srgbClr val="D8D8D8"/>
                </a:solidFill>
                <a:latin typeface="Arial"/>
                <a:ea typeface="Arial"/>
                <a:cs typeface="Arial"/>
                <a:sym typeface="Arial"/>
              </a:rPr>
              <a:t>)</a:t>
            </a:r>
            <a:endParaRPr/>
          </a:p>
          <a:p>
            <a:pPr indent="0" lvl="0" marL="0" marR="0" rtl="0" algn="l">
              <a:spcBef>
                <a:spcPts val="0"/>
              </a:spcBef>
              <a:spcAft>
                <a:spcPts val="0"/>
              </a:spcAft>
              <a:buNone/>
            </a:pPr>
            <a:r>
              <a:rPr lang="en-US" sz="1800">
                <a:solidFill>
                  <a:srgbClr val="D8D8D8"/>
                </a:solidFill>
                <a:latin typeface="Arial"/>
                <a:ea typeface="Arial"/>
                <a:cs typeface="Arial"/>
                <a:sym typeface="Arial"/>
              </a:rPr>
              <a:t>  </a:t>
            </a:r>
            <a:r>
              <a:rPr lang="en-US" sz="1800">
                <a:solidFill>
                  <a:srgbClr val="6F02BE"/>
                </a:solidFill>
                <a:latin typeface="Arial"/>
                <a:ea typeface="Arial"/>
                <a:cs typeface="Arial"/>
                <a:sym typeface="Arial"/>
              </a:rPr>
              <a:t>.then</a:t>
            </a:r>
            <a:r>
              <a:rPr lang="en-US" sz="1800">
                <a:solidFill>
                  <a:srgbClr val="D8D8D8"/>
                </a:solidFill>
                <a:latin typeface="Arial"/>
                <a:ea typeface="Arial"/>
                <a:cs typeface="Arial"/>
                <a:sym typeface="Arial"/>
              </a:rPr>
              <a:t>(respuesta =&gt; respuesta.</a:t>
            </a:r>
            <a:r>
              <a:rPr lang="en-US" sz="1800">
                <a:solidFill>
                  <a:srgbClr val="FCF792"/>
                </a:solidFill>
                <a:latin typeface="Arial"/>
                <a:ea typeface="Arial"/>
                <a:cs typeface="Arial"/>
                <a:sym typeface="Arial"/>
              </a:rPr>
              <a:t>json()</a:t>
            </a:r>
            <a:r>
              <a:rPr lang="en-US" sz="1800">
                <a:solidFill>
                  <a:srgbClr val="D8D8D8"/>
                </a:solidFill>
                <a:latin typeface="Arial"/>
                <a:ea typeface="Arial"/>
                <a:cs typeface="Arial"/>
                <a:sym typeface="Arial"/>
              </a:rPr>
              <a:t>)</a:t>
            </a:r>
            <a:endParaRPr/>
          </a:p>
          <a:p>
            <a:pPr indent="0" lvl="0" marL="0" marR="0" rtl="0" algn="l">
              <a:spcBef>
                <a:spcPts val="0"/>
              </a:spcBef>
              <a:spcAft>
                <a:spcPts val="0"/>
              </a:spcAft>
              <a:buNone/>
            </a:pPr>
            <a:r>
              <a:rPr lang="en-US" sz="1800">
                <a:solidFill>
                  <a:srgbClr val="D8D8D8"/>
                </a:solidFill>
                <a:latin typeface="Arial"/>
                <a:ea typeface="Arial"/>
                <a:cs typeface="Arial"/>
                <a:sym typeface="Arial"/>
              </a:rPr>
              <a:t>  </a:t>
            </a:r>
            <a:r>
              <a:rPr lang="en-US" sz="1800">
                <a:solidFill>
                  <a:srgbClr val="6F02BE"/>
                </a:solidFill>
                <a:latin typeface="Arial"/>
                <a:ea typeface="Arial"/>
                <a:cs typeface="Arial"/>
                <a:sym typeface="Arial"/>
              </a:rPr>
              <a:t>.then</a:t>
            </a:r>
            <a:r>
              <a:rPr lang="en-US" sz="1800">
                <a:solidFill>
                  <a:srgbClr val="D8D8D8"/>
                </a:solidFill>
                <a:latin typeface="Arial"/>
                <a:ea typeface="Arial"/>
                <a:cs typeface="Arial"/>
                <a:sym typeface="Arial"/>
              </a:rPr>
              <a:t>(usuario =&gt; { </a:t>
            </a:r>
            <a:endParaRPr sz="1800">
              <a:solidFill>
                <a:srgbClr val="D8D8D8"/>
              </a:solidFill>
              <a:latin typeface="Arial"/>
              <a:ea typeface="Arial"/>
              <a:cs typeface="Arial"/>
              <a:sym typeface="Arial"/>
            </a:endParaRPr>
          </a:p>
          <a:p>
            <a:pPr indent="0" lvl="0" marL="0" marR="0" rtl="0" algn="l">
              <a:spcBef>
                <a:spcPts val="0"/>
              </a:spcBef>
              <a:spcAft>
                <a:spcPts val="0"/>
              </a:spcAft>
              <a:buNone/>
            </a:pPr>
            <a:r>
              <a:rPr lang="en-US" sz="1800">
                <a:solidFill>
                  <a:srgbClr val="D9D9D9"/>
                </a:solidFill>
                <a:latin typeface="Arial"/>
                <a:ea typeface="Arial"/>
                <a:cs typeface="Arial"/>
                <a:sym typeface="Arial"/>
              </a:rPr>
              <a:t>  </a:t>
            </a:r>
            <a:r>
              <a:rPr lang="en-US" sz="1800">
                <a:solidFill>
                  <a:srgbClr val="BFBFBF"/>
                </a:solidFill>
                <a:latin typeface="Arial"/>
                <a:ea typeface="Arial"/>
                <a:cs typeface="Arial"/>
                <a:sym typeface="Arial"/>
              </a:rPr>
              <a:t>// Mostrar la información del usuario </a:t>
            </a:r>
            <a:endParaRPr sz="1800">
              <a:solidFill>
                <a:srgbClr val="BFBFBF"/>
              </a:solidFill>
              <a:latin typeface="Arial"/>
              <a:ea typeface="Arial"/>
              <a:cs typeface="Arial"/>
              <a:sym typeface="Arial"/>
            </a:endParaRPr>
          </a:p>
          <a:p>
            <a:pPr indent="0" lvl="0" marL="0" marR="0" rtl="0" algn="l">
              <a:spcBef>
                <a:spcPts val="0"/>
              </a:spcBef>
              <a:spcAft>
                <a:spcPts val="0"/>
              </a:spcAft>
              <a:buNone/>
            </a:pPr>
            <a:r>
              <a:rPr lang="en-US" sz="1800">
                <a:solidFill>
                  <a:srgbClr val="D9D9D9"/>
                </a:solidFill>
                <a:latin typeface="Arial"/>
                <a:ea typeface="Arial"/>
                <a:cs typeface="Arial"/>
                <a:sym typeface="Arial"/>
              </a:rPr>
              <a:t>  </a:t>
            </a:r>
            <a:r>
              <a:rPr lang="en-US" sz="1800">
                <a:solidFill>
                  <a:srgbClr val="82A6FD"/>
                </a:solidFill>
                <a:latin typeface="Arial"/>
                <a:ea typeface="Arial"/>
                <a:cs typeface="Arial"/>
                <a:sym typeface="Arial"/>
              </a:rPr>
              <a:t>console</a:t>
            </a:r>
            <a:r>
              <a:rPr lang="en-US" sz="1800">
                <a:solidFill>
                  <a:srgbClr val="D9D9D9"/>
                </a:solidFill>
                <a:latin typeface="Arial"/>
                <a:ea typeface="Arial"/>
                <a:cs typeface="Arial"/>
                <a:sym typeface="Arial"/>
              </a:rPr>
              <a:t>.</a:t>
            </a:r>
            <a:r>
              <a:rPr lang="en-US" sz="1800">
                <a:solidFill>
                  <a:srgbClr val="0342DE"/>
                </a:solidFill>
                <a:latin typeface="Arial"/>
                <a:ea typeface="Arial"/>
                <a:cs typeface="Arial"/>
                <a:sym typeface="Arial"/>
              </a:rPr>
              <a:t>log</a:t>
            </a:r>
            <a:r>
              <a:rPr lang="en-US" sz="1800">
                <a:solidFill>
                  <a:srgbClr val="D9D9D9"/>
                </a:solidFill>
                <a:latin typeface="Arial"/>
                <a:ea typeface="Arial"/>
                <a:cs typeface="Arial"/>
                <a:sym typeface="Arial"/>
              </a:rPr>
              <a:t>(usuario); </a:t>
            </a:r>
            <a:endParaRPr sz="1800">
              <a:solidFill>
                <a:srgbClr val="000000"/>
              </a:solidFill>
              <a:latin typeface="Arial"/>
              <a:ea typeface="Arial"/>
              <a:cs typeface="Arial"/>
              <a:sym typeface="Arial"/>
            </a:endParaRPr>
          </a:p>
          <a:p>
            <a:pPr indent="0" lvl="0" marL="0" marR="0" rtl="0" algn="l">
              <a:spcBef>
                <a:spcPts val="0"/>
              </a:spcBef>
              <a:spcAft>
                <a:spcPts val="0"/>
              </a:spcAft>
              <a:buNone/>
            </a:pPr>
            <a:r>
              <a:rPr lang="en-US" sz="1800">
                <a:solidFill>
                  <a:srgbClr val="D9D9D9"/>
                </a:solidFill>
                <a:latin typeface="Arial"/>
                <a:ea typeface="Arial"/>
                <a:cs typeface="Arial"/>
                <a:sym typeface="Arial"/>
              </a:rPr>
              <a:t> })</a:t>
            </a:r>
            <a:endParaRPr sz="1800">
              <a:solidFill>
                <a:srgbClr val="000000"/>
              </a:solidFill>
              <a:latin typeface="Arial"/>
              <a:ea typeface="Arial"/>
              <a:cs typeface="Arial"/>
              <a:sym typeface="Arial"/>
            </a:endParaRPr>
          </a:p>
          <a:p>
            <a:pPr indent="0" lvl="0" marL="0" marR="0" rtl="0" algn="l">
              <a:spcBef>
                <a:spcPts val="0"/>
              </a:spcBef>
              <a:spcAft>
                <a:spcPts val="0"/>
              </a:spcAft>
              <a:buNone/>
            </a:pPr>
            <a:r>
              <a:rPr lang="en-US" sz="1800">
                <a:solidFill>
                  <a:srgbClr val="D9D9D9"/>
                </a:solidFill>
                <a:latin typeface="Arial"/>
                <a:ea typeface="Arial"/>
                <a:cs typeface="Arial"/>
                <a:sym typeface="Arial"/>
              </a:rPr>
              <a:t>    </a:t>
            </a:r>
            <a:r>
              <a:rPr lang="en-US" sz="1800">
                <a:solidFill>
                  <a:srgbClr val="6F02BE"/>
                </a:solidFill>
                <a:latin typeface="Arial"/>
                <a:ea typeface="Arial"/>
                <a:cs typeface="Arial"/>
                <a:sym typeface="Arial"/>
              </a:rPr>
              <a:t>.catch</a:t>
            </a:r>
            <a:r>
              <a:rPr lang="en-US" sz="1800">
                <a:solidFill>
                  <a:srgbClr val="D9D9D9"/>
                </a:solidFill>
                <a:latin typeface="Arial"/>
                <a:ea typeface="Arial"/>
                <a:cs typeface="Arial"/>
                <a:sym typeface="Arial"/>
              </a:rPr>
              <a:t>(error =&gt; { </a:t>
            </a:r>
            <a:endParaRPr sz="1800">
              <a:solidFill>
                <a:srgbClr val="000000"/>
              </a:solidFill>
              <a:latin typeface="Arial"/>
              <a:ea typeface="Arial"/>
              <a:cs typeface="Arial"/>
              <a:sym typeface="Arial"/>
            </a:endParaRPr>
          </a:p>
          <a:p>
            <a:pPr indent="0" lvl="0" marL="0" marR="0" rtl="0" algn="l">
              <a:spcBef>
                <a:spcPts val="0"/>
              </a:spcBef>
              <a:spcAft>
                <a:spcPts val="0"/>
              </a:spcAft>
              <a:buNone/>
            </a:pPr>
            <a:r>
              <a:rPr lang="en-US" sz="1800">
                <a:solidFill>
                  <a:srgbClr val="D9D9D9"/>
                </a:solidFill>
                <a:latin typeface="Arial"/>
                <a:ea typeface="Arial"/>
                <a:cs typeface="Arial"/>
                <a:sym typeface="Arial"/>
              </a:rPr>
              <a:t>   </a:t>
            </a:r>
            <a:r>
              <a:rPr lang="en-US" sz="1800">
                <a:solidFill>
                  <a:srgbClr val="82A6FD"/>
                </a:solidFill>
                <a:latin typeface="Arial"/>
                <a:ea typeface="Arial"/>
                <a:cs typeface="Arial"/>
                <a:sym typeface="Arial"/>
              </a:rPr>
              <a:t>console</a:t>
            </a:r>
            <a:r>
              <a:rPr lang="en-US" sz="1800">
                <a:solidFill>
                  <a:srgbClr val="D9D9D9"/>
                </a:solidFill>
                <a:latin typeface="Arial"/>
                <a:ea typeface="Arial"/>
                <a:cs typeface="Arial"/>
                <a:sym typeface="Arial"/>
              </a:rPr>
              <a:t>.</a:t>
            </a:r>
            <a:r>
              <a:rPr lang="en-US" sz="1800">
                <a:solidFill>
                  <a:srgbClr val="C00000"/>
                </a:solidFill>
                <a:latin typeface="Arial"/>
                <a:ea typeface="Arial"/>
                <a:cs typeface="Arial"/>
                <a:sym typeface="Arial"/>
              </a:rPr>
              <a:t>error</a:t>
            </a:r>
            <a:r>
              <a:rPr lang="en-US" sz="1800">
                <a:solidFill>
                  <a:srgbClr val="D9D9D9"/>
                </a:solidFill>
                <a:latin typeface="Arial"/>
                <a:ea typeface="Arial"/>
                <a:cs typeface="Arial"/>
                <a:sym typeface="Arial"/>
              </a:rPr>
              <a:t>(</a:t>
            </a:r>
            <a:r>
              <a:rPr lang="en-US" sz="1800">
                <a:solidFill>
                  <a:srgbClr val="00B050"/>
                </a:solidFill>
                <a:latin typeface="Arial"/>
                <a:ea typeface="Arial"/>
                <a:cs typeface="Arial"/>
                <a:sym typeface="Arial"/>
              </a:rPr>
              <a:t>'Error:'</a:t>
            </a:r>
            <a:r>
              <a:rPr lang="en-US" sz="1800">
                <a:solidFill>
                  <a:srgbClr val="D9D9D9"/>
                </a:solidFill>
                <a:latin typeface="Arial"/>
                <a:ea typeface="Arial"/>
                <a:cs typeface="Arial"/>
                <a:sym typeface="Arial"/>
              </a:rPr>
              <a:t>, error); </a:t>
            </a:r>
            <a:endParaRPr sz="1800">
              <a:solidFill>
                <a:srgbClr val="000000"/>
              </a:solidFill>
              <a:latin typeface="Arial"/>
              <a:ea typeface="Arial"/>
              <a:cs typeface="Arial"/>
              <a:sym typeface="Arial"/>
            </a:endParaRPr>
          </a:p>
          <a:p>
            <a:pPr indent="0" lvl="0" marL="0" marR="0" rtl="0" algn="l">
              <a:spcBef>
                <a:spcPts val="0"/>
              </a:spcBef>
              <a:spcAft>
                <a:spcPts val="0"/>
              </a:spcAft>
              <a:buNone/>
            </a:pPr>
            <a:r>
              <a:rPr lang="en-US" sz="1800">
                <a:solidFill>
                  <a:srgbClr val="D9D9D9"/>
                </a:solidFill>
                <a:latin typeface="Arial"/>
                <a:ea typeface="Arial"/>
                <a:cs typeface="Arial"/>
                <a:sym typeface="Arial"/>
              </a:rPr>
              <a:t>    });</a:t>
            </a:r>
            <a:endParaRPr sz="1800">
              <a:solidFill>
                <a:schemeClr val="dk1"/>
              </a:solidFill>
              <a:latin typeface="Arial"/>
              <a:ea typeface="Arial"/>
              <a:cs typeface="Arial"/>
              <a:sym typeface="Arial"/>
            </a:endParaRPr>
          </a:p>
        </p:txBody>
      </p:sp>
      <p:sp>
        <p:nvSpPr>
          <p:cNvPr id="274" name="Google Shape;274;p17"/>
          <p:cNvSpPr txBox="1"/>
          <p:nvPr/>
        </p:nvSpPr>
        <p:spPr>
          <a:xfrm>
            <a:off x="8411135" y="2292724"/>
            <a:ext cx="3348317"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E3E3E3"/>
                </a:solidFill>
                <a:latin typeface="Arial"/>
                <a:ea typeface="Arial"/>
                <a:cs typeface="Arial"/>
                <a:sym typeface="Arial"/>
              </a:rPr>
              <a:t>Imaginemos que queremos obtener la información de un usuario a partir de su nombre de usuario. Podemos usar fetch para hacer una solicitud a una API que nos proporciona la información del usuario.</a:t>
            </a:r>
            <a:endParaRPr sz="2000">
              <a:solidFill>
                <a:srgbClr val="E3E3E3"/>
              </a:solidFill>
              <a:latin typeface="Arial"/>
              <a:ea typeface="Arial"/>
              <a:cs typeface="Arial"/>
              <a:sym typeface="Arial"/>
            </a:endParaRPr>
          </a:p>
        </p:txBody>
      </p:sp>
      <p:sp>
        <p:nvSpPr>
          <p:cNvPr id="275" name="Google Shape;275;p17"/>
          <p:cNvSpPr txBox="1"/>
          <p:nvPr/>
        </p:nvSpPr>
        <p:spPr>
          <a:xfrm>
            <a:off x="835959" y="4847664"/>
            <a:ext cx="10934698" cy="1754326"/>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rgbClr val="E3E3E3"/>
              </a:buClr>
              <a:buSzPts val="1800"/>
              <a:buFont typeface="Arial"/>
              <a:buChar char="•"/>
            </a:pPr>
            <a:r>
              <a:rPr lang="en-US" sz="1800">
                <a:solidFill>
                  <a:srgbClr val="E3E3E3"/>
                </a:solidFill>
                <a:latin typeface="Arial"/>
                <a:ea typeface="Arial"/>
                <a:cs typeface="Arial"/>
                <a:sym typeface="Arial"/>
              </a:rPr>
              <a:t>La función </a:t>
            </a:r>
            <a:r>
              <a:rPr lang="en-US" sz="1800">
                <a:solidFill>
                  <a:srgbClr val="FFC000"/>
                </a:solidFill>
                <a:latin typeface="Arial"/>
                <a:ea typeface="Arial"/>
                <a:cs typeface="Arial"/>
                <a:sym typeface="Arial"/>
              </a:rPr>
              <a:t>fetch</a:t>
            </a:r>
            <a:r>
              <a:rPr lang="en-US" sz="1800">
                <a:solidFill>
                  <a:srgbClr val="E3E3E3"/>
                </a:solidFill>
                <a:latin typeface="Arial"/>
                <a:ea typeface="Arial"/>
                <a:cs typeface="Arial"/>
                <a:sym typeface="Arial"/>
              </a:rPr>
              <a:t> envía una solicitud a la URL </a:t>
            </a:r>
            <a:r>
              <a:rPr lang="en-US" sz="1800">
                <a:solidFill>
                  <a:srgbClr val="00B050"/>
                </a:solidFill>
                <a:latin typeface="Arial"/>
                <a:ea typeface="Arial"/>
                <a:cs typeface="Arial"/>
                <a:sym typeface="Arial"/>
              </a:rPr>
              <a:t>/api/usuarios/juan</a:t>
            </a:r>
            <a:r>
              <a:rPr lang="en-US" sz="1800">
                <a:solidFill>
                  <a:srgbClr val="E3E3E3"/>
                </a:solidFill>
                <a:latin typeface="Arial"/>
                <a:ea typeface="Arial"/>
                <a:cs typeface="Arial"/>
                <a:sym typeface="Arial"/>
              </a:rPr>
              <a:t>.</a:t>
            </a:r>
            <a:endParaRPr sz="1800">
              <a:solidFill>
                <a:srgbClr val="000000"/>
              </a:solidFill>
              <a:latin typeface="Arial"/>
              <a:ea typeface="Arial"/>
              <a:cs typeface="Arial"/>
              <a:sym typeface="Arial"/>
            </a:endParaRPr>
          </a:p>
          <a:p>
            <a:pPr indent="-114300" lvl="0" marL="0" marR="0" rtl="0" algn="l">
              <a:spcBef>
                <a:spcPts val="0"/>
              </a:spcBef>
              <a:spcAft>
                <a:spcPts val="0"/>
              </a:spcAft>
              <a:buClr>
                <a:srgbClr val="E3E3E3"/>
              </a:buClr>
              <a:buSzPts val="1800"/>
              <a:buFont typeface="Arial"/>
              <a:buChar char="•"/>
            </a:pPr>
            <a:r>
              <a:rPr lang="en-US" sz="1800">
                <a:solidFill>
                  <a:srgbClr val="E3E3E3"/>
                </a:solidFill>
                <a:latin typeface="Arial"/>
                <a:ea typeface="Arial"/>
                <a:cs typeface="Arial"/>
                <a:sym typeface="Arial"/>
              </a:rPr>
              <a:t>El método</a:t>
            </a:r>
            <a:r>
              <a:rPr lang="en-US" sz="1800">
                <a:solidFill>
                  <a:srgbClr val="FFC000"/>
                </a:solidFill>
                <a:latin typeface="Arial"/>
                <a:ea typeface="Arial"/>
                <a:cs typeface="Arial"/>
                <a:sym typeface="Arial"/>
              </a:rPr>
              <a:t> then()</a:t>
            </a:r>
            <a:r>
              <a:rPr lang="en-US" sz="1800">
                <a:solidFill>
                  <a:srgbClr val="E3E3E3"/>
                </a:solidFill>
                <a:latin typeface="Arial"/>
                <a:ea typeface="Arial"/>
                <a:cs typeface="Arial"/>
                <a:sym typeface="Arial"/>
              </a:rPr>
              <a:t> se ejecuta cuando se recibe la respuesta.</a:t>
            </a:r>
            <a:endParaRPr sz="1800">
              <a:solidFill>
                <a:schemeClr val="dk1"/>
              </a:solidFill>
              <a:latin typeface="Arial"/>
              <a:ea typeface="Arial"/>
              <a:cs typeface="Arial"/>
              <a:sym typeface="Arial"/>
            </a:endParaRPr>
          </a:p>
          <a:p>
            <a:pPr indent="-114300" lvl="0" marL="0" marR="0" rtl="0" algn="l">
              <a:spcBef>
                <a:spcPts val="0"/>
              </a:spcBef>
              <a:spcAft>
                <a:spcPts val="0"/>
              </a:spcAft>
              <a:buClr>
                <a:srgbClr val="E3E3E3"/>
              </a:buClr>
              <a:buSzPts val="1800"/>
              <a:buFont typeface="Arial"/>
              <a:buChar char="•"/>
            </a:pPr>
            <a:r>
              <a:rPr lang="en-US" sz="1800">
                <a:solidFill>
                  <a:srgbClr val="E3E3E3"/>
                </a:solidFill>
                <a:latin typeface="Arial"/>
                <a:ea typeface="Arial"/>
                <a:cs typeface="Arial"/>
                <a:sym typeface="Arial"/>
              </a:rPr>
              <a:t>El método </a:t>
            </a:r>
            <a:r>
              <a:rPr lang="en-US" sz="1800">
                <a:solidFill>
                  <a:srgbClr val="FFC000"/>
                </a:solidFill>
                <a:latin typeface="Arial"/>
                <a:ea typeface="Arial"/>
                <a:cs typeface="Arial"/>
                <a:sym typeface="Arial"/>
              </a:rPr>
              <a:t>json()</a:t>
            </a:r>
            <a:r>
              <a:rPr lang="en-US" sz="1800">
                <a:solidFill>
                  <a:srgbClr val="E3E3E3"/>
                </a:solidFill>
                <a:latin typeface="Arial"/>
                <a:ea typeface="Arial"/>
                <a:cs typeface="Arial"/>
                <a:sym typeface="Arial"/>
              </a:rPr>
              <a:t> de la respuesta se utiliza para convertir la respuesta </a:t>
            </a:r>
            <a:r>
              <a:rPr lang="en-US" sz="1800">
                <a:solidFill>
                  <a:srgbClr val="FFC000"/>
                </a:solidFill>
                <a:latin typeface="Arial"/>
                <a:ea typeface="Arial"/>
                <a:cs typeface="Arial"/>
                <a:sym typeface="Arial"/>
              </a:rPr>
              <a:t>JSON</a:t>
            </a:r>
            <a:r>
              <a:rPr lang="en-US" sz="1800">
                <a:solidFill>
                  <a:srgbClr val="E3E3E3"/>
                </a:solidFill>
                <a:latin typeface="Arial"/>
                <a:ea typeface="Arial"/>
                <a:cs typeface="Arial"/>
                <a:sym typeface="Arial"/>
              </a:rPr>
              <a:t> en un objeto JavaScript.</a:t>
            </a:r>
            <a:endParaRPr sz="1800">
              <a:solidFill>
                <a:schemeClr val="dk1"/>
              </a:solidFill>
              <a:latin typeface="Arial"/>
              <a:ea typeface="Arial"/>
              <a:cs typeface="Arial"/>
              <a:sym typeface="Arial"/>
            </a:endParaRPr>
          </a:p>
          <a:p>
            <a:pPr indent="-114300" lvl="0" marL="0" marR="0" rtl="0" algn="l">
              <a:spcBef>
                <a:spcPts val="0"/>
              </a:spcBef>
              <a:spcAft>
                <a:spcPts val="0"/>
              </a:spcAft>
              <a:buClr>
                <a:srgbClr val="E3E3E3"/>
              </a:buClr>
              <a:buSzPts val="1800"/>
              <a:buFont typeface="Arial"/>
              <a:buChar char="•"/>
            </a:pPr>
            <a:r>
              <a:rPr lang="en-US" sz="1800">
                <a:solidFill>
                  <a:srgbClr val="E3E3E3"/>
                </a:solidFill>
                <a:latin typeface="Arial"/>
                <a:ea typeface="Arial"/>
                <a:cs typeface="Arial"/>
                <a:sym typeface="Arial"/>
              </a:rPr>
              <a:t>La función anónima del segundo </a:t>
            </a:r>
            <a:r>
              <a:rPr lang="en-US" sz="1800">
                <a:solidFill>
                  <a:srgbClr val="FFC000"/>
                </a:solidFill>
                <a:latin typeface="Arial"/>
                <a:ea typeface="Arial"/>
                <a:cs typeface="Arial"/>
                <a:sym typeface="Arial"/>
              </a:rPr>
              <a:t>then()</a:t>
            </a:r>
            <a:r>
              <a:rPr lang="en-US" sz="1800">
                <a:solidFill>
                  <a:srgbClr val="E3E3E3"/>
                </a:solidFill>
                <a:latin typeface="Arial"/>
                <a:ea typeface="Arial"/>
                <a:cs typeface="Arial"/>
                <a:sym typeface="Arial"/>
              </a:rPr>
              <a:t> se llama con el objeto de usuario.</a:t>
            </a:r>
            <a:endParaRPr sz="1800">
              <a:solidFill>
                <a:schemeClr val="dk1"/>
              </a:solidFill>
              <a:latin typeface="Arial"/>
              <a:ea typeface="Arial"/>
              <a:cs typeface="Arial"/>
              <a:sym typeface="Arial"/>
            </a:endParaRPr>
          </a:p>
          <a:p>
            <a:pPr indent="-114300" lvl="0" marL="0" marR="0" rtl="0" algn="l">
              <a:spcBef>
                <a:spcPts val="0"/>
              </a:spcBef>
              <a:spcAft>
                <a:spcPts val="0"/>
              </a:spcAft>
              <a:buClr>
                <a:srgbClr val="E3E3E3"/>
              </a:buClr>
              <a:buSzPts val="1800"/>
              <a:buFont typeface="Arial"/>
              <a:buChar char="•"/>
            </a:pPr>
            <a:r>
              <a:rPr lang="en-US" sz="1800">
                <a:solidFill>
                  <a:srgbClr val="E3E3E3"/>
                </a:solidFill>
                <a:latin typeface="Arial"/>
                <a:ea typeface="Arial"/>
                <a:cs typeface="Arial"/>
                <a:sym typeface="Arial"/>
              </a:rPr>
              <a:t>El método </a:t>
            </a:r>
            <a:r>
              <a:rPr lang="en-US" sz="1800">
                <a:solidFill>
                  <a:srgbClr val="FFC000"/>
                </a:solidFill>
                <a:latin typeface="Arial"/>
                <a:ea typeface="Arial"/>
                <a:cs typeface="Arial"/>
                <a:sym typeface="Arial"/>
              </a:rPr>
              <a:t>catch()</a:t>
            </a:r>
            <a:r>
              <a:rPr lang="en-US" sz="1800">
                <a:solidFill>
                  <a:srgbClr val="E3E3E3"/>
                </a:solidFill>
                <a:latin typeface="Arial"/>
                <a:ea typeface="Arial"/>
                <a:cs typeface="Arial"/>
                <a:sym typeface="Arial"/>
              </a:rPr>
              <a:t> se llama si ocurre un error durante la solicitud.</a:t>
            </a:r>
            <a:endParaRPr sz="18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800"/>
              <a:buFont typeface="Arial"/>
              <a:buNone/>
            </a:pPr>
            <a:r>
              <a:t/>
            </a:r>
            <a:endParaRPr sz="1800">
              <a:solidFill>
                <a:srgbClr val="E3E3E3"/>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8"/>
          <p:cNvSpPr txBox="1"/>
          <p:nvPr>
            <p:ph type="title"/>
          </p:nvPr>
        </p:nvSpPr>
        <p:spPr>
          <a:xfrm>
            <a:off x="2399620" y="162560"/>
            <a:ext cx="8843050" cy="1616904"/>
          </a:xfrm>
          <a:prstGeom prst="rect">
            <a:avLst/>
          </a:prstGeom>
          <a:noFill/>
          <a:ln>
            <a:noFill/>
          </a:ln>
        </p:spPr>
        <p:txBody>
          <a:bodyPr anchorCtr="0" anchor="b" bIns="45700" lIns="0" spcFirstLastPara="1" rIns="91425" wrap="square" tIns="45700">
            <a:noAutofit/>
          </a:bodyPr>
          <a:lstStyle/>
          <a:p>
            <a:pPr indent="0" lvl="0" marL="0" marR="0" rtl="0" algn="l">
              <a:lnSpc>
                <a:spcPct val="90000"/>
              </a:lnSpc>
              <a:spcBef>
                <a:spcPts val="0"/>
              </a:spcBef>
              <a:spcAft>
                <a:spcPts val="0"/>
              </a:spcAft>
              <a:buClr>
                <a:srgbClr val="1BDEF5"/>
              </a:buClr>
              <a:buSzPts val="3200"/>
              <a:buFont typeface="Arial"/>
              <a:buNone/>
            </a:pPr>
            <a:r>
              <a:rPr b="0" i="0" lang="en-US" sz="3200" u="none" cap="none" strike="noStrike">
                <a:solidFill>
                  <a:srgbClr val="1BDEF5"/>
                </a:solidFill>
                <a:latin typeface="Arial"/>
                <a:ea typeface="Arial"/>
                <a:cs typeface="Arial"/>
                <a:sym typeface="Arial"/>
              </a:rPr>
              <a:t>BIBLIOGRAFIA</a:t>
            </a:r>
            <a:endParaRPr b="0" i="0" sz="3200" u="none" cap="none" strike="noStrike">
              <a:solidFill>
                <a:srgbClr val="1BDEF5"/>
              </a:solidFill>
              <a:latin typeface="Arial"/>
              <a:ea typeface="Arial"/>
              <a:cs typeface="Arial"/>
              <a:sym typeface="Arial"/>
            </a:endParaRPr>
          </a:p>
        </p:txBody>
      </p:sp>
      <p:sp>
        <p:nvSpPr>
          <p:cNvPr id="282" name="Google Shape;282;p18"/>
          <p:cNvSpPr txBox="1"/>
          <p:nvPr>
            <p:ph idx="1" type="body"/>
          </p:nvPr>
        </p:nvSpPr>
        <p:spPr>
          <a:xfrm>
            <a:off x="2395413" y="2474811"/>
            <a:ext cx="8844833" cy="4099897"/>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SzPts val="1200"/>
              <a:buNone/>
            </a:pPr>
            <a:r>
              <a:rPr b="1" i="0" lang="en-US" sz="1200" u="none" cap="none" strike="noStrike">
                <a:solidFill>
                  <a:srgbClr val="E3E3E3"/>
                </a:solidFill>
                <a:latin typeface="Arial"/>
                <a:ea typeface="Arial"/>
                <a:cs typeface="Arial"/>
                <a:sym typeface="Arial"/>
              </a:rPr>
              <a:t>Programación Asíncrona:</a:t>
            </a:r>
            <a:endParaRPr b="0" i="0" sz="12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200"/>
              <a:buFont typeface="Arial"/>
              <a:buChar char="•"/>
            </a:pPr>
            <a:r>
              <a:rPr b="1" i="0" lang="en-US" sz="1200" u="none" cap="none" strike="noStrike">
                <a:solidFill>
                  <a:srgbClr val="E3E3E3"/>
                </a:solidFill>
                <a:latin typeface="Arial"/>
                <a:ea typeface="Arial"/>
                <a:cs typeface="Arial"/>
                <a:sym typeface="Arial"/>
              </a:rPr>
              <a:t>Introducción a JavaScript asíncrono:</a:t>
            </a:r>
            <a:r>
              <a:rPr b="0" i="0" lang="en-US" sz="1200" u="none" cap="none" strike="noStrike">
                <a:solidFill>
                  <a:srgbClr val="E3E3E3"/>
                </a:solidFill>
                <a:latin typeface="Arial"/>
                <a:ea typeface="Arial"/>
                <a:cs typeface="Arial"/>
                <a:sym typeface="Arial"/>
              </a:rPr>
              <a:t> </a:t>
            </a:r>
            <a:r>
              <a:rPr b="0" i="0" lang="en-US" sz="1200" u="sng" cap="none" strike="noStrike">
                <a:solidFill>
                  <a:schemeClr val="lt1"/>
                </a:solidFill>
                <a:latin typeface="Arial"/>
                <a:ea typeface="Arial"/>
                <a:cs typeface="Arial"/>
                <a:sym typeface="Arial"/>
                <a:hlinkClick r:id="rId3">
                  <a:extLst>
                    <a:ext uri="{A12FA001-AC4F-418D-AE19-62706E023703}">
                      <ahyp:hlinkClr val="tx"/>
                    </a:ext>
                  </a:extLst>
                </a:hlinkClick>
              </a:rPr>
              <a:t>https://developer.mozilla.org/en-US/docs/Learn/JavaScript/Asynchronous</a:t>
            </a:r>
            <a:endParaRPr b="0" i="0" sz="12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200"/>
              <a:buFont typeface="Arial"/>
              <a:buChar char="•"/>
            </a:pPr>
            <a:r>
              <a:rPr b="1" i="0" lang="en-US" sz="1200" u="none" cap="none" strike="noStrike">
                <a:solidFill>
                  <a:srgbClr val="E3E3E3"/>
                </a:solidFill>
                <a:latin typeface="Arial"/>
                <a:ea typeface="Arial"/>
                <a:cs typeface="Arial"/>
                <a:sym typeface="Arial"/>
              </a:rPr>
              <a:t>Programación Asíncrona. La programación asíncrona nos da la…:</a:t>
            </a:r>
            <a:r>
              <a:rPr b="0" i="0" lang="en-US" sz="1200" u="none" cap="none" strike="noStrike">
                <a:solidFill>
                  <a:srgbClr val="E3E3E3"/>
                </a:solidFill>
                <a:latin typeface="Arial"/>
                <a:ea typeface="Arial"/>
                <a:cs typeface="Arial"/>
                <a:sym typeface="Arial"/>
              </a:rPr>
              <a:t> </a:t>
            </a:r>
            <a:r>
              <a:rPr b="0" i="0" lang="en-US" sz="1200" u="sng" cap="none" strike="noStrike">
                <a:solidFill>
                  <a:schemeClr val="lt1"/>
                </a:solidFill>
                <a:latin typeface="Arial"/>
                <a:ea typeface="Arial"/>
                <a:cs typeface="Arial"/>
                <a:sym typeface="Arial"/>
                <a:hlinkClick r:id="rId4">
                  <a:extLst>
                    <a:ext uri="{A12FA001-AC4F-418D-AE19-62706E023703}">
                      <ahyp:hlinkClr val="tx"/>
                    </a:ext>
                  </a:extLst>
                </a:hlinkClick>
              </a:rPr>
              <a:t>https://rahulkmittal.medium.com/asynchronous-programming-with-async-and-await-in-c-d42ec5fb7532</a:t>
            </a:r>
            <a:endParaRPr b="0" i="0" sz="12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200"/>
              <a:buFont typeface="Arial"/>
              <a:buChar char="•"/>
            </a:pPr>
            <a:r>
              <a:rPr b="1" i="0" lang="en-US" sz="1200" u="none" cap="none" strike="noStrike">
                <a:solidFill>
                  <a:srgbClr val="E3E3E3"/>
                </a:solidFill>
                <a:latin typeface="Arial"/>
                <a:ea typeface="Arial"/>
                <a:cs typeface="Arial"/>
                <a:sym typeface="Arial"/>
              </a:rPr>
              <a:t>Qué es la programación asíncrona - Código Facilito:</a:t>
            </a:r>
            <a:r>
              <a:rPr b="0" i="0" lang="en-US" sz="1200" u="none" cap="none" strike="noStrike">
                <a:solidFill>
                  <a:srgbClr val="E3E3E3"/>
                </a:solidFill>
                <a:latin typeface="Arial"/>
                <a:ea typeface="Arial"/>
                <a:cs typeface="Arial"/>
                <a:sym typeface="Arial"/>
              </a:rPr>
              <a:t> </a:t>
            </a:r>
            <a:r>
              <a:rPr b="0" i="0" lang="en-US" sz="1200" u="sng" cap="none" strike="noStrike">
                <a:solidFill>
                  <a:schemeClr val="lt1"/>
                </a:solidFill>
                <a:latin typeface="Arial"/>
                <a:ea typeface="Arial"/>
                <a:cs typeface="Arial"/>
                <a:sym typeface="Arial"/>
                <a:hlinkClick r:id="rId5">
                  <a:extLst>
                    <a:ext uri="{A12FA001-AC4F-418D-AE19-62706E023703}">
                      <ahyp:hlinkClr val="tx"/>
                    </a:ext>
                  </a:extLst>
                </a:hlinkClick>
              </a:rPr>
              <a:t>https://codigofacilito.com/articulos/js-programacion-asincrona</a:t>
            </a:r>
            <a:endParaRPr b="0" i="0" sz="12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200"/>
              <a:buFont typeface="Arial"/>
              <a:buChar char="•"/>
            </a:pPr>
            <a:r>
              <a:rPr b="1" i="0" lang="en-US" sz="1200" u="none" cap="none" strike="noStrike">
                <a:solidFill>
                  <a:srgbClr val="E3E3E3"/>
                </a:solidFill>
                <a:latin typeface="Arial"/>
                <a:ea typeface="Arial"/>
                <a:cs typeface="Arial"/>
                <a:sym typeface="Arial"/>
              </a:rPr>
              <a:t>Introducción a las promesas en JavaScript:</a:t>
            </a:r>
            <a:r>
              <a:rPr b="0" i="0" lang="en-US" sz="1200" u="none" cap="none" strike="noStrike">
                <a:solidFill>
                  <a:srgbClr val="E3E3E3"/>
                </a:solidFill>
                <a:latin typeface="Arial"/>
                <a:ea typeface="Arial"/>
                <a:cs typeface="Arial"/>
                <a:sym typeface="Arial"/>
              </a:rPr>
              <a:t> </a:t>
            </a:r>
            <a:r>
              <a:rPr b="0" i="0" lang="en-US" sz="1200" u="sng" cap="none" strike="noStrike">
                <a:solidFill>
                  <a:schemeClr val="lt1"/>
                </a:solidFill>
                <a:latin typeface="Arial"/>
                <a:ea typeface="Arial"/>
                <a:cs typeface="Arial"/>
                <a:sym typeface="Arial"/>
                <a:hlinkClick r:id="rId6">
                  <a:extLst>
                    <a:ext uri="{A12FA001-AC4F-418D-AE19-62706E023703}">
                      <ahyp:hlinkClr val="tx"/>
                    </a:ext>
                  </a:extLst>
                </a:hlinkClick>
              </a:rPr>
              <a:t>https://developer.mozilla.org/es/docs/Web/JavaScript/Reference/Global_Objects/Promise</a:t>
            </a:r>
            <a:endParaRPr b="0" i="0" sz="12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200"/>
              <a:buFont typeface="Arial"/>
              <a:buChar char="•"/>
            </a:pPr>
            <a:r>
              <a:rPr b="1" i="0" lang="en-US" sz="1200" u="none" cap="none" strike="noStrike">
                <a:solidFill>
                  <a:srgbClr val="E3E3E3"/>
                </a:solidFill>
                <a:latin typeface="Arial"/>
                <a:ea typeface="Arial"/>
                <a:cs typeface="Arial"/>
                <a:sym typeface="Arial"/>
              </a:rPr>
              <a:t>Async/await en JavaScript:</a:t>
            </a:r>
            <a:r>
              <a:rPr b="0" i="0" lang="en-US" sz="1200" u="none" cap="none" strike="noStrike">
                <a:solidFill>
                  <a:srgbClr val="E3E3E3"/>
                </a:solidFill>
                <a:latin typeface="Arial"/>
                <a:ea typeface="Arial"/>
                <a:cs typeface="Arial"/>
                <a:sym typeface="Arial"/>
              </a:rPr>
              <a:t> </a:t>
            </a:r>
            <a:r>
              <a:rPr b="0" i="0" lang="en-US" sz="1200" u="sng" cap="none" strike="noStrike">
                <a:solidFill>
                  <a:schemeClr val="lt1"/>
                </a:solidFill>
                <a:latin typeface="Arial"/>
                <a:ea typeface="Arial"/>
                <a:cs typeface="Arial"/>
                <a:sym typeface="Arial"/>
                <a:hlinkClick r:id="rId7">
                  <a:extLst>
                    <a:ext uri="{A12FA001-AC4F-418D-AE19-62706E023703}">
                      <ahyp:hlinkClr val="tx"/>
                    </a:ext>
                  </a:extLst>
                </a:hlinkClick>
              </a:rPr>
              <a:t>https://developer.mozilla.org/en-US/docs/Web/JavaScript/Reference/Statements/async_function</a:t>
            </a:r>
            <a:endParaRPr b="0" i="0" sz="1200" u="none" cap="none" strike="noStrike">
              <a:solidFill>
                <a:schemeClr val="lt1"/>
              </a:solidFill>
              <a:latin typeface="Arial"/>
              <a:ea typeface="Arial"/>
              <a:cs typeface="Arial"/>
              <a:sym typeface="Arial"/>
            </a:endParaRPr>
          </a:p>
          <a:p>
            <a:pPr indent="-285750" lvl="0" marL="285750" marR="0" rtl="0" algn="l">
              <a:lnSpc>
                <a:spcPct val="120000"/>
              </a:lnSpc>
              <a:spcBef>
                <a:spcPts val="1000"/>
              </a:spcBef>
              <a:spcAft>
                <a:spcPts val="0"/>
              </a:spcAft>
              <a:buClr>
                <a:schemeClr val="accent6"/>
              </a:buClr>
              <a:buSzPts val="1200"/>
              <a:buFont typeface="Arial"/>
              <a:buChar char="•"/>
            </a:pPr>
            <a:r>
              <a:rPr b="1" i="0" lang="en-US" sz="1200" u="none" cap="none" strike="noStrike">
                <a:solidFill>
                  <a:srgbClr val="E3E3E3"/>
                </a:solidFill>
                <a:latin typeface="Arial"/>
                <a:ea typeface="Arial"/>
                <a:cs typeface="Arial"/>
                <a:sym typeface="Arial"/>
              </a:rPr>
              <a:t>Guía para principiantes sobre fetch:</a:t>
            </a:r>
            <a:r>
              <a:rPr b="0" i="0" lang="en-US" sz="1200" u="none" cap="none" strike="noStrike">
                <a:solidFill>
                  <a:srgbClr val="E3E3E3"/>
                </a:solidFill>
                <a:latin typeface="Arial"/>
                <a:ea typeface="Arial"/>
                <a:cs typeface="Arial"/>
                <a:sym typeface="Arial"/>
              </a:rPr>
              <a:t> </a:t>
            </a:r>
            <a:r>
              <a:rPr b="0" i="0" lang="en-US" sz="1200" u="sng" cap="none" strike="noStrike">
                <a:solidFill>
                  <a:schemeClr val="lt1"/>
                </a:solidFill>
                <a:latin typeface="Arial"/>
                <a:ea typeface="Arial"/>
                <a:cs typeface="Arial"/>
                <a:sym typeface="Arial"/>
                <a:hlinkClick r:id="rId8">
                  <a:extLst>
                    <a:ext uri="{A12FA001-AC4F-418D-AE19-62706E023703}">
                      <ahyp:hlinkClr val="tx"/>
                    </a:ext>
                  </a:extLst>
                </a:hlinkClick>
              </a:rPr>
              <a:t>https://www.freecodecamp.org/news/javascript-fetch-api-for-beginners/</a:t>
            </a:r>
            <a:endParaRPr b="0" i="0" sz="1200" u="none" cap="none" strike="noStrike">
              <a:solidFill>
                <a:schemeClr val="lt1"/>
              </a:solidFill>
              <a:latin typeface="Arial"/>
              <a:ea typeface="Arial"/>
              <a:cs typeface="Arial"/>
              <a:sym typeface="Arial"/>
            </a:endParaRPr>
          </a:p>
          <a:p>
            <a:pPr indent="0" lvl="0" marL="285750" marR="0" rtl="0" algn="l">
              <a:lnSpc>
                <a:spcPct val="120000"/>
              </a:lnSpc>
              <a:spcBef>
                <a:spcPts val="1000"/>
              </a:spcBef>
              <a:spcAft>
                <a:spcPts val="0"/>
              </a:spcAft>
              <a:buClr>
                <a:schemeClr val="accent6"/>
              </a:buClr>
              <a:buSzPts val="1200"/>
              <a:buFont typeface="Arial"/>
              <a:buNone/>
            </a:pPr>
            <a:r>
              <a:rPr b="1" i="0" lang="en-US" sz="1200" u="none" cap="none" strike="noStrike">
                <a:solidFill>
                  <a:srgbClr val="E3E3E3"/>
                </a:solidFill>
                <a:latin typeface="Arial"/>
                <a:ea typeface="Arial"/>
                <a:cs typeface="Arial"/>
                <a:sym typeface="Arial"/>
              </a:rPr>
              <a:t>Ejemplos de uso de la API fetch:</a:t>
            </a:r>
            <a:r>
              <a:rPr b="0" i="0" lang="en-US" sz="1200" u="none" cap="none" strike="noStrike">
                <a:solidFill>
                  <a:srgbClr val="E3E3E3"/>
                </a:solidFill>
                <a:latin typeface="Arial"/>
                <a:ea typeface="Arial"/>
                <a:cs typeface="Arial"/>
                <a:sym typeface="Arial"/>
              </a:rPr>
              <a:t> </a:t>
            </a:r>
            <a:r>
              <a:rPr b="0" i="0" lang="en-US" sz="1200" u="sng" cap="none" strike="noStrike">
                <a:solidFill>
                  <a:schemeClr val="lt1"/>
                </a:solidFill>
                <a:latin typeface="Arial"/>
                <a:ea typeface="Arial"/>
                <a:cs typeface="Arial"/>
                <a:sym typeface="Arial"/>
                <a:hlinkClick r:id="rId9">
                  <a:extLst>
                    <a:ext uri="{A12FA001-AC4F-418D-AE19-62706E023703}">
                      <ahyp:hlinkClr val="tx"/>
                    </a:ext>
                  </a:extLst>
                </a:hlinkClick>
              </a:rPr>
              <a:t>https://www.freecodecamp.org/espanol/news/tutorial-de-fetch-api-en-javascript-con-ejemplos-de-js-fetch-post-y-header/</a:t>
            </a:r>
            <a:endParaRPr b="0" i="0" sz="1200" u="none" cap="none" strike="noStrike">
              <a:solidFill>
                <a:schemeClr val="lt1"/>
              </a:solidFill>
              <a:latin typeface="Arial"/>
              <a:ea typeface="Arial"/>
              <a:cs typeface="Arial"/>
              <a:sym typeface="Arial"/>
            </a:endParaRPr>
          </a:p>
          <a:p>
            <a:pPr indent="0" lvl="0" marL="0" rtl="0" algn="l">
              <a:lnSpc>
                <a:spcPct val="120000"/>
              </a:lnSpc>
              <a:spcBef>
                <a:spcPts val="1000"/>
              </a:spcBef>
              <a:spcAft>
                <a:spcPts val="0"/>
              </a:spcAft>
              <a:buSzPts val="1800"/>
              <a:buNone/>
            </a:pPr>
            <a:r>
              <a:t/>
            </a:r>
            <a:endParaRPr b="0" i="0" sz="1800" u="none" cap="none" strike="noStrike">
              <a:solidFill>
                <a:schemeClr val="lt1"/>
              </a:solidFill>
              <a:latin typeface="Arial"/>
              <a:ea typeface="Arial"/>
              <a:cs typeface="Arial"/>
              <a:sym typeface="Arial"/>
            </a:endParaRPr>
          </a:p>
        </p:txBody>
      </p:sp>
      <p:sp>
        <p:nvSpPr>
          <p:cNvPr id="283" name="Google Shape;283;p18"/>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9"/>
          <p:cNvSpPr txBox="1"/>
          <p:nvPr>
            <p:ph type="title"/>
          </p:nvPr>
        </p:nvSpPr>
        <p:spPr>
          <a:xfrm>
            <a:off x="321869" y="579120"/>
            <a:ext cx="11548261" cy="273330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3200"/>
              <a:buFont typeface="Arial"/>
              <a:buNone/>
            </a:pPr>
            <a:r>
              <a:rPr b="0" i="0" lang="en-US" sz="3200" u="none" cap="none" strike="noStrike">
                <a:solidFill>
                  <a:schemeClr val="lt1"/>
                </a:solidFill>
                <a:latin typeface="Arial"/>
                <a:ea typeface="Arial"/>
                <a:cs typeface="Arial"/>
                <a:sym typeface="Arial"/>
              </a:rPr>
              <a:t>CONCLUSIONES</a:t>
            </a:r>
            <a:endParaRPr b="0" i="0" sz="3200" u="none" cap="none" strike="noStrike">
              <a:solidFill>
                <a:schemeClr val="lt1"/>
              </a:solidFill>
              <a:latin typeface="Arial"/>
              <a:ea typeface="Arial"/>
              <a:cs typeface="Arial"/>
              <a:sym typeface="Arial"/>
            </a:endParaRPr>
          </a:p>
        </p:txBody>
      </p:sp>
      <p:sp>
        <p:nvSpPr>
          <p:cNvPr id="290" name="Google Shape;290;p19"/>
          <p:cNvSpPr txBox="1"/>
          <p:nvPr>
            <p:ph idx="1" type="subTitle"/>
          </p:nvPr>
        </p:nvSpPr>
        <p:spPr>
          <a:xfrm>
            <a:off x="321868" y="3484615"/>
            <a:ext cx="11562303" cy="238786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BDEF5"/>
              </a:buClr>
              <a:buSzPts val="4000"/>
              <a:buNone/>
            </a:pPr>
            <a:r>
              <a:rPr b="0" i="0" lang="en-US" sz="4000" u="none" cap="none" strike="noStrike">
                <a:solidFill>
                  <a:srgbClr val="1BDEF5"/>
                </a:solidFill>
                <a:latin typeface="Arial"/>
                <a:ea typeface="Arial"/>
                <a:cs typeface="Arial"/>
                <a:sym typeface="Arial"/>
              </a:rPr>
              <a:t>PROGRAMACIÓN ASÍNCRONA</a:t>
            </a:r>
            <a:endParaRPr b="0" i="0" sz="4000" u="none" cap="none" strike="noStrike">
              <a:solidFill>
                <a:srgbClr val="1BDEF5"/>
              </a:solidFill>
              <a:latin typeface="Arial"/>
              <a:ea typeface="Arial"/>
              <a:cs typeface="Arial"/>
              <a:sym typeface="Arial"/>
            </a:endParaRPr>
          </a:p>
        </p:txBody>
      </p:sp>
      <p:sp>
        <p:nvSpPr>
          <p:cNvPr id="291" name="Google Shape;291;p19"/>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0"/>
          <p:cNvSpPr txBox="1"/>
          <p:nvPr>
            <p:ph type="title"/>
          </p:nvPr>
        </p:nvSpPr>
        <p:spPr>
          <a:xfrm>
            <a:off x="2399620" y="162560"/>
            <a:ext cx="8843050" cy="1616904"/>
          </a:xfrm>
          <a:prstGeom prst="rect">
            <a:avLst/>
          </a:prstGeom>
          <a:noFill/>
          <a:ln>
            <a:noFill/>
          </a:ln>
        </p:spPr>
        <p:txBody>
          <a:bodyPr anchorCtr="0" anchor="b" bIns="45700" lIns="0" spcFirstLastPara="1" rIns="91425" wrap="square" tIns="45700">
            <a:noAutofit/>
          </a:bodyPr>
          <a:lstStyle/>
          <a:p>
            <a:pPr indent="0" lvl="0" marL="0" marR="0" rtl="0" algn="l">
              <a:lnSpc>
                <a:spcPct val="90000"/>
              </a:lnSpc>
              <a:spcBef>
                <a:spcPts val="0"/>
              </a:spcBef>
              <a:spcAft>
                <a:spcPts val="0"/>
              </a:spcAft>
              <a:buClr>
                <a:srgbClr val="1BDEF5"/>
              </a:buClr>
              <a:buSzPts val="3200"/>
              <a:buFont typeface="Arial"/>
              <a:buNone/>
            </a:pPr>
            <a:r>
              <a:rPr b="0" i="0" lang="en-US" sz="3200" u="none" cap="none" strike="noStrike">
                <a:solidFill>
                  <a:srgbClr val="1BDEF5"/>
                </a:solidFill>
                <a:latin typeface="Arial"/>
                <a:ea typeface="Arial"/>
                <a:cs typeface="Arial"/>
                <a:sym typeface="Arial"/>
              </a:rPr>
              <a:t>CONCLUSIÓN</a:t>
            </a:r>
            <a:endParaRPr b="0" i="0" sz="3200" u="none" cap="none" strike="noStrike">
              <a:solidFill>
                <a:srgbClr val="1BDEF5"/>
              </a:solidFill>
              <a:latin typeface="Arial"/>
              <a:ea typeface="Arial"/>
              <a:cs typeface="Arial"/>
              <a:sym typeface="Arial"/>
            </a:endParaRPr>
          </a:p>
        </p:txBody>
      </p:sp>
      <p:sp>
        <p:nvSpPr>
          <p:cNvPr id="298" name="Google Shape;298;p20"/>
          <p:cNvSpPr txBox="1"/>
          <p:nvPr>
            <p:ph idx="1" type="body"/>
          </p:nvPr>
        </p:nvSpPr>
        <p:spPr>
          <a:xfrm>
            <a:off x="2395413" y="2474811"/>
            <a:ext cx="8844833" cy="4099897"/>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SzPts val="2000"/>
              <a:buNone/>
            </a:pPr>
            <a:r>
              <a:rPr b="0" i="0" lang="en-US" sz="2000" u="none" cap="none" strike="noStrike">
                <a:solidFill>
                  <a:srgbClr val="E3E3E3"/>
                </a:solidFill>
                <a:latin typeface="Arial"/>
                <a:ea typeface="Arial"/>
                <a:cs typeface="Arial"/>
                <a:sym typeface="Arial"/>
              </a:rPr>
              <a:t>La programación asíncrona se ha convertido en una herramienta fundamental para el </a:t>
            </a:r>
            <a:r>
              <a:rPr b="1" i="0" lang="en-US" sz="2000" u="none" cap="none" strike="noStrike">
                <a:solidFill>
                  <a:srgbClr val="E3E3E3"/>
                </a:solidFill>
                <a:latin typeface="Arial"/>
                <a:ea typeface="Arial"/>
                <a:cs typeface="Arial"/>
                <a:sym typeface="Arial"/>
              </a:rPr>
              <a:t>desarrollo web moderno</a:t>
            </a:r>
            <a:r>
              <a:rPr b="0" i="0" lang="en-US" sz="2000" u="none" cap="none" strike="noStrike">
                <a:solidFill>
                  <a:srgbClr val="E3E3E3"/>
                </a:solidFill>
                <a:latin typeface="Arial"/>
                <a:ea typeface="Arial"/>
                <a:cs typeface="Arial"/>
                <a:sym typeface="Arial"/>
              </a:rPr>
              <a:t>. Permite crear aplicaciones más fluidas, receptivas y escalables. Al comprender los conceptos de programación asíncrona, como </a:t>
            </a:r>
            <a:r>
              <a:rPr b="1" i="0" lang="en-US" sz="2000" u="none" cap="none" strike="noStrike">
                <a:solidFill>
                  <a:srgbClr val="E3E3E3"/>
                </a:solidFill>
                <a:latin typeface="Arial"/>
                <a:ea typeface="Arial"/>
                <a:cs typeface="Arial"/>
                <a:sym typeface="Arial"/>
              </a:rPr>
              <a:t>promesas, async/await</a:t>
            </a:r>
            <a:r>
              <a:rPr b="0" i="0" lang="en-US" sz="2000" u="none" cap="none" strike="noStrike">
                <a:solidFill>
                  <a:srgbClr val="E3E3E3"/>
                </a:solidFill>
                <a:latin typeface="Arial"/>
                <a:ea typeface="Arial"/>
                <a:cs typeface="Arial"/>
                <a:sym typeface="Arial"/>
              </a:rPr>
              <a:t> y la función </a:t>
            </a:r>
            <a:r>
              <a:rPr b="1" i="0" lang="en-US" sz="2000" u="none" cap="none" strike="noStrike">
                <a:solidFill>
                  <a:srgbClr val="E3E3E3"/>
                </a:solidFill>
                <a:latin typeface="Arial"/>
                <a:ea typeface="Arial"/>
                <a:cs typeface="Arial"/>
                <a:sym typeface="Arial"/>
              </a:rPr>
              <a:t>fetch</a:t>
            </a:r>
            <a:r>
              <a:rPr b="0" i="0" lang="en-US" sz="2000" u="none" cap="none" strike="noStrike">
                <a:solidFill>
                  <a:srgbClr val="E3E3E3"/>
                </a:solidFill>
                <a:latin typeface="Arial"/>
                <a:ea typeface="Arial"/>
                <a:cs typeface="Arial"/>
                <a:sym typeface="Arial"/>
              </a:rPr>
              <a:t>, podemos escribir código más eficiente y fácil de mantener.</a:t>
            </a:r>
            <a:endParaRPr b="0" i="0" sz="2000" u="none" cap="none" strike="noStrike">
              <a:solidFill>
                <a:srgbClr val="E3E3E3"/>
              </a:solidFill>
              <a:latin typeface="Arial"/>
              <a:ea typeface="Arial"/>
              <a:cs typeface="Arial"/>
              <a:sym typeface="Arial"/>
            </a:endParaRPr>
          </a:p>
          <a:p>
            <a:pPr indent="0" lvl="0" marL="0" rtl="0" algn="l">
              <a:lnSpc>
                <a:spcPct val="120000"/>
              </a:lnSpc>
              <a:spcBef>
                <a:spcPts val="1000"/>
              </a:spcBef>
              <a:spcAft>
                <a:spcPts val="0"/>
              </a:spcAft>
              <a:buSzPts val="2000"/>
              <a:buNone/>
            </a:pPr>
            <a:r>
              <a:rPr b="0" i="0" lang="en-US" sz="2000" u="none" cap="none" strike="noStrike">
                <a:solidFill>
                  <a:srgbClr val="E3E3E3"/>
                </a:solidFill>
                <a:latin typeface="Arial"/>
                <a:ea typeface="Arial"/>
                <a:cs typeface="Arial"/>
                <a:sym typeface="Arial"/>
              </a:rPr>
              <a:t>La programación asíncrona no es solo una técnica, sino un </a:t>
            </a:r>
            <a:r>
              <a:rPr b="1" i="0" lang="en-US" sz="2000" u="none" cap="none" strike="noStrike">
                <a:solidFill>
                  <a:srgbClr val="E3E3E3"/>
                </a:solidFill>
                <a:latin typeface="Arial"/>
                <a:ea typeface="Arial"/>
                <a:cs typeface="Arial"/>
                <a:sym typeface="Arial"/>
              </a:rPr>
              <a:t>paradigma</a:t>
            </a:r>
            <a:r>
              <a:rPr b="0" i="0" lang="en-US" sz="2000" u="none" cap="none" strike="noStrike">
                <a:solidFill>
                  <a:srgbClr val="E3E3E3"/>
                </a:solidFill>
                <a:latin typeface="Arial"/>
                <a:ea typeface="Arial"/>
                <a:cs typeface="Arial"/>
                <a:sym typeface="Arial"/>
              </a:rPr>
              <a:t> que cambia la forma en que pensamos sobre el desarrollo web. Nos permite crear aplicaciones que responden a las necesidades de los usuarios en tiempo real, sin que la aplicación se bloquee o se vuelva lenta.</a:t>
            </a:r>
            <a:endParaRPr b="0" i="0" sz="2000" u="none" cap="none" strike="noStrike">
              <a:solidFill>
                <a:srgbClr val="E3E3E3"/>
              </a:solidFill>
              <a:latin typeface="Arial"/>
              <a:ea typeface="Arial"/>
              <a:cs typeface="Arial"/>
              <a:sym typeface="Arial"/>
            </a:endParaRPr>
          </a:p>
          <a:p>
            <a:pPr indent="0" lvl="0" marL="0" rtl="0" algn="l">
              <a:lnSpc>
                <a:spcPct val="120000"/>
              </a:lnSpc>
              <a:spcBef>
                <a:spcPts val="1000"/>
              </a:spcBef>
              <a:spcAft>
                <a:spcPts val="0"/>
              </a:spcAft>
              <a:buSzPts val="1800"/>
              <a:buNone/>
            </a:pPr>
            <a:r>
              <a:t/>
            </a:r>
            <a:endParaRPr b="0" i="0" sz="1800" u="none" cap="none" strike="noStrike">
              <a:solidFill>
                <a:srgbClr val="FFFFFF"/>
              </a:solidFill>
              <a:latin typeface="Arial"/>
              <a:ea typeface="Arial"/>
              <a:cs typeface="Arial"/>
              <a:sym typeface="Arial"/>
            </a:endParaRPr>
          </a:p>
        </p:txBody>
      </p:sp>
      <p:sp>
        <p:nvSpPr>
          <p:cNvPr id="299" name="Google Shape;299;p20"/>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accent4"/>
            </a:gs>
            <a:gs pos="11979">
              <a:srgbClr val="022C94"/>
            </a:gs>
            <a:gs pos="35040">
              <a:srgbClr val="020B11"/>
            </a:gs>
            <a:gs pos="78000">
              <a:srgbClr val="4A017E"/>
            </a:gs>
            <a:gs pos="99000">
              <a:srgbClr val="A202A1"/>
            </a:gs>
            <a:gs pos="100000">
              <a:srgbClr val="A202A1"/>
            </a:gs>
          </a:gsLst>
          <a:lin ang="7800000" scaled="0"/>
        </a:gradFill>
      </p:bgPr>
    </p:bg>
    <p:spTree>
      <p:nvGrpSpPr>
        <p:cNvPr id="304" name="Shape 304"/>
        <p:cNvGrpSpPr/>
        <p:nvPr/>
      </p:nvGrpSpPr>
      <p:grpSpPr>
        <a:xfrm>
          <a:off x="0" y="0"/>
          <a:ext cx="0" cy="0"/>
          <a:chOff x="0" y="0"/>
          <a:chExt cx="0" cy="0"/>
        </a:xfrm>
      </p:grpSpPr>
      <p:sp>
        <p:nvSpPr>
          <p:cNvPr id="305" name="Google Shape;305;p21"/>
          <p:cNvSpPr txBox="1"/>
          <p:nvPr>
            <p:ph type="title"/>
          </p:nvPr>
        </p:nvSpPr>
        <p:spPr>
          <a:xfrm>
            <a:off x="835831" y="173735"/>
            <a:ext cx="4409514" cy="2203704"/>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accent3"/>
              </a:buClr>
              <a:buSzPts val="3200"/>
              <a:buFont typeface="Arial"/>
              <a:buNone/>
            </a:pPr>
            <a:r>
              <a:rPr b="0" i="0" lang="en-US" sz="3200" u="none" cap="none" strike="noStrike">
                <a:solidFill>
                  <a:schemeClr val="accent3"/>
                </a:solidFill>
                <a:latin typeface="Arial"/>
                <a:ea typeface="Arial"/>
                <a:cs typeface="Arial"/>
                <a:sym typeface="Arial"/>
              </a:rPr>
              <a:t>MUCHAS GRACIAS</a:t>
            </a:r>
            <a:endParaRPr/>
          </a:p>
        </p:txBody>
      </p:sp>
      <p:sp>
        <p:nvSpPr>
          <p:cNvPr id="306" name="Google Shape;306;p21"/>
          <p:cNvSpPr txBox="1"/>
          <p:nvPr>
            <p:ph idx="1" type="body"/>
          </p:nvPr>
        </p:nvSpPr>
        <p:spPr>
          <a:xfrm>
            <a:off x="831850" y="3079119"/>
            <a:ext cx="4413250" cy="2752725"/>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lt1"/>
              </a:buClr>
              <a:buSzPts val="1800"/>
              <a:buNone/>
            </a:pPr>
            <a:r>
              <a:rPr b="0" i="0" lang="en-US" sz="1800" u="none" cap="none" strike="noStrike">
                <a:solidFill>
                  <a:schemeClr val="lt1"/>
                </a:solidFill>
                <a:latin typeface="Arial"/>
                <a:ea typeface="Arial"/>
                <a:cs typeface="Arial"/>
                <a:sym typeface="Arial"/>
              </a:rPr>
              <a:t>Profe. Jossy R. Tello</a:t>
            </a:r>
            <a:endParaRPr b="0" i="0" sz="1800" u="none" cap="none" strike="noStrike">
              <a:solidFill>
                <a:schemeClr val="lt1"/>
              </a:solidFill>
              <a:latin typeface="Arial"/>
              <a:ea typeface="Arial"/>
              <a:cs typeface="Arial"/>
              <a:sym typeface="Arial"/>
            </a:endParaRPr>
          </a:p>
          <a:p>
            <a:pPr indent="0" lvl="0" marL="0" marR="0" rtl="0" algn="l">
              <a:lnSpc>
                <a:spcPct val="120000"/>
              </a:lnSpc>
              <a:spcBef>
                <a:spcPts val="100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3014365542</a:t>
            </a:r>
            <a:endParaRPr b="0" i="0" sz="1800" u="none" cap="none" strike="noStrike">
              <a:solidFill>
                <a:schemeClr val="lt1"/>
              </a:solidFill>
              <a:latin typeface="Arial"/>
              <a:ea typeface="Arial"/>
              <a:cs typeface="Arial"/>
              <a:sym typeface="Arial"/>
            </a:endParaRPr>
          </a:p>
          <a:p>
            <a:pPr indent="0" lvl="0" marL="0" marR="0" rtl="0" algn="l">
              <a:lnSpc>
                <a:spcPct val="120000"/>
              </a:lnSpc>
              <a:spcBef>
                <a:spcPts val="100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jrtellola@cesde.net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ersonalizar">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2024-04-13T03:51:20Z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