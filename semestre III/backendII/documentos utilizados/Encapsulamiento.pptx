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2" r:id="rId3"/>
    <p:sldId id="263" r:id="rId4"/>
    <p:sldId id="265" r:id="rId5"/>
    <p:sldId id="264" r:id="rId6"/>
    <p:sldId id="259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7/30/2026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puntocomnoesunlenguaje.blogspot.com.co/2012/07/normal-0-21-false-false-false_103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1886834"/>
          </a:xfrm>
        </p:spPr>
        <p:txBody>
          <a:bodyPr/>
          <a:lstStyle/>
          <a:p>
            <a:pPr algn="ctr"/>
            <a:r>
              <a:rPr lang="es-ES" b="1" dirty="0"/>
              <a:t>ENCAPSULAMIENTO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Por: Freddy Moscoso C</a:t>
            </a:r>
          </a:p>
        </p:txBody>
      </p:sp>
    </p:spTree>
    <p:extLst>
      <p:ext uri="{BB962C8B-B14F-4D97-AF65-F5344CB8AC3E}">
        <p14:creationId xmlns:p14="http://schemas.microsoft.com/office/powerpoint/2010/main" val="3604926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52848"/>
          </a:xfrm>
        </p:spPr>
        <p:txBody>
          <a:bodyPr/>
          <a:lstStyle/>
          <a:p>
            <a:r>
              <a:rPr lang="es-ES" dirty="0"/>
              <a:t>Encapsulamiento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84310" y="1957589"/>
            <a:ext cx="10018713" cy="3833611"/>
          </a:xfrm>
        </p:spPr>
        <p:txBody>
          <a:bodyPr>
            <a:normAutofit fontScale="92500"/>
          </a:bodyPr>
          <a:lstStyle/>
          <a:p>
            <a:pPr algn="just"/>
            <a:r>
              <a:rPr lang="es-ES" dirty="0"/>
              <a:t> Es la capacidad que tiene un objeto de mostrar solo aquellos métodos que necesita el usuario mientras mantiene oculto los que sirven para su uso interno.</a:t>
            </a:r>
          </a:p>
          <a:p>
            <a:pPr algn="just"/>
            <a:r>
              <a:rPr lang="es-ES" dirty="0"/>
              <a:t>El encapsulamiento solo permitir ver los atributos(características o propiedades) o métodos, de la clase de la cual derivan y maneja tres niveles de visibilidad.</a:t>
            </a:r>
          </a:p>
          <a:p>
            <a:pPr algn="just"/>
            <a:r>
              <a:rPr lang="es-ES" dirty="0"/>
              <a:t>Protegidos (</a:t>
            </a:r>
            <a:r>
              <a:rPr lang="es-ES" dirty="0" err="1"/>
              <a:t>protected</a:t>
            </a:r>
            <a:r>
              <a:rPr lang="es-ES" dirty="0"/>
              <a:t>):. Los puede ver los métodos de la clase y sus subclases. </a:t>
            </a:r>
          </a:p>
          <a:p>
            <a:pPr algn="just"/>
            <a:r>
              <a:rPr lang="es-ES" dirty="0"/>
              <a:t> Privados (</a:t>
            </a:r>
            <a:r>
              <a:rPr lang="es-ES" dirty="0" err="1"/>
              <a:t>Private</a:t>
            </a:r>
            <a:r>
              <a:rPr lang="es-ES" dirty="0"/>
              <a:t>): Los puede ver solo los métodos de la clase</a:t>
            </a:r>
          </a:p>
          <a:p>
            <a:pPr algn="just"/>
            <a:r>
              <a:rPr lang="es-ES" dirty="0"/>
              <a:t>Públicos (</a:t>
            </a:r>
            <a:r>
              <a:rPr lang="es-ES" dirty="0" err="1"/>
              <a:t>public</a:t>
            </a:r>
            <a:r>
              <a:rPr lang="es-ES" dirty="0"/>
              <a:t>): los pueden utilizaran todos los métodos, clases o atributos mientras se encuentre en el mismo </a:t>
            </a:r>
            <a:r>
              <a:rPr lang="es-ES" dirty="0" err="1"/>
              <a:t>package</a:t>
            </a:r>
            <a:r>
              <a:rPr lang="es-ES" dirty="0"/>
              <a:t> (paquete).</a:t>
            </a:r>
          </a:p>
        </p:txBody>
      </p:sp>
    </p:spTree>
    <p:extLst>
      <p:ext uri="{BB962C8B-B14F-4D97-AF65-F5344CB8AC3E}">
        <p14:creationId xmlns:p14="http://schemas.microsoft.com/office/powerpoint/2010/main" val="461551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27090"/>
          </a:xfrm>
        </p:spPr>
        <p:txBody>
          <a:bodyPr/>
          <a:lstStyle/>
          <a:p>
            <a:r>
              <a:rPr lang="es-ES" dirty="0"/>
              <a:t>Ejemplo de encapsulamiento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84310" y="2047741"/>
            <a:ext cx="10018713" cy="4056845"/>
          </a:xfrm>
        </p:spPr>
        <p:txBody>
          <a:bodyPr>
            <a:noAutofit/>
          </a:bodyPr>
          <a:lstStyle/>
          <a:p>
            <a:pPr algn="just"/>
            <a:r>
              <a:rPr lang="es-ES" sz="2800" dirty="0"/>
              <a:t>Un ejemplo de encapsulamiento aplicado a objetos es una lavadora, donde el usuario solo se le ofrece la posibilidad de programar; el nivel de llenado del estanque, su funcionalidad (lavar, centrifugar, secar), encendido o apagado, como funciones principales. Pero para funcionamiento interno, no se requiere saber cuál es el método para cambiar de estanque lleno a vaciado y posterior centrifugado, etc. De esta manera se hace más fácil el uso de la lavadora para el usuario (sacado de https://sites.google.com/site/conceptosdejava/home/encapsulamiento-en-java)</a:t>
            </a:r>
          </a:p>
        </p:txBody>
      </p:sp>
    </p:spTree>
    <p:extLst>
      <p:ext uri="{BB962C8B-B14F-4D97-AF65-F5344CB8AC3E}">
        <p14:creationId xmlns:p14="http://schemas.microsoft.com/office/powerpoint/2010/main" val="2337391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62696"/>
          </a:xfrm>
        </p:spPr>
        <p:txBody>
          <a:bodyPr/>
          <a:lstStyle/>
          <a:p>
            <a:r>
              <a:rPr lang="es-ES" dirty="0"/>
              <a:t>Método set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84310" y="1751527"/>
            <a:ext cx="10018713" cy="4039673"/>
          </a:xfrm>
        </p:spPr>
        <p:txBody>
          <a:bodyPr/>
          <a:lstStyle/>
          <a:p>
            <a:pPr algn="just"/>
            <a:r>
              <a:rPr lang="es-ES" dirty="0"/>
              <a:t>Permite que un objeto reciba información a través de los parámetros de entrada</a:t>
            </a:r>
          </a:p>
          <a:p>
            <a:r>
              <a:rPr lang="es-ES" dirty="0"/>
              <a:t>Debe ser publico</a:t>
            </a:r>
          </a:p>
          <a:p>
            <a:pPr algn="just"/>
            <a:r>
              <a:rPr lang="es-ES" dirty="0"/>
              <a:t>Debe llamarse con el nombre del atributo(pero antes debe ir la palabra set)</a:t>
            </a:r>
          </a:p>
          <a:p>
            <a:pPr algn="just"/>
            <a:r>
              <a:rPr lang="es-ES" dirty="0"/>
              <a:t>Los parámetros que recibe deben ser del mismo tipo de los de los argumentos del programa que lo activo.</a:t>
            </a:r>
          </a:p>
          <a:p>
            <a:pPr algn="just"/>
            <a:r>
              <a:rPr lang="es-ES" dirty="0"/>
              <a:t>Se debe asignar el valor del parámetro al atributo definido privado dentro de la clase (que deben ser del mismo tipo)</a:t>
            </a:r>
          </a:p>
        </p:txBody>
      </p:sp>
    </p:spTree>
    <p:extLst>
      <p:ext uri="{BB962C8B-B14F-4D97-AF65-F5344CB8AC3E}">
        <p14:creationId xmlns:p14="http://schemas.microsoft.com/office/powerpoint/2010/main" val="15047875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84310" y="505495"/>
            <a:ext cx="10018713" cy="1014211"/>
          </a:xfrm>
        </p:spPr>
        <p:txBody>
          <a:bodyPr/>
          <a:lstStyle/>
          <a:p>
            <a:r>
              <a:rPr lang="es-ES"/>
              <a:t>Método </a:t>
            </a:r>
            <a:r>
              <a:rPr lang="es-ES" dirty="0" err="1"/>
              <a:t>get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84310" y="1867437"/>
            <a:ext cx="10018713" cy="3923764"/>
          </a:xfrm>
        </p:spPr>
        <p:txBody>
          <a:bodyPr/>
          <a:lstStyle/>
          <a:p>
            <a:pPr algn="just"/>
            <a:r>
              <a:rPr lang="es-ES" dirty="0"/>
              <a:t>Permite obtener la información al atributo debe cumplir las siguientes condiciones:</a:t>
            </a:r>
          </a:p>
          <a:p>
            <a:r>
              <a:rPr lang="es-ES" dirty="0"/>
              <a:t>Debe ser publico</a:t>
            </a:r>
          </a:p>
          <a:p>
            <a:pPr algn="just"/>
            <a:r>
              <a:rPr lang="es-ES" dirty="0"/>
              <a:t>Debe llamarse con el nombre del atributo(pero antes debe ir la palabra </a:t>
            </a:r>
            <a:r>
              <a:rPr lang="es-ES" dirty="0" err="1"/>
              <a:t>get</a:t>
            </a:r>
            <a:r>
              <a:rPr lang="es-ES" dirty="0"/>
              <a:t>)</a:t>
            </a:r>
          </a:p>
          <a:p>
            <a:r>
              <a:rPr lang="es-ES" dirty="0"/>
              <a:t>No recibe parámetros</a:t>
            </a:r>
          </a:p>
          <a:p>
            <a:pPr algn="just"/>
            <a:r>
              <a:rPr lang="es-ES" dirty="0"/>
              <a:t>El parámetro debe ser del mismo tipo del argumento donde se recibe (programa que lo activo)</a:t>
            </a:r>
          </a:p>
        </p:txBody>
      </p:sp>
    </p:spTree>
    <p:extLst>
      <p:ext uri="{BB962C8B-B14F-4D97-AF65-F5344CB8AC3E}">
        <p14:creationId xmlns:p14="http://schemas.microsoft.com/office/powerpoint/2010/main" val="3673834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924059"/>
          </a:xfrm>
        </p:spPr>
        <p:txBody>
          <a:bodyPr/>
          <a:lstStyle/>
          <a:p>
            <a:r>
              <a:rPr lang="es-ES" dirty="0"/>
              <a:t>Bibliografía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484310" y="1957589"/>
            <a:ext cx="10018713" cy="3833611"/>
          </a:xfrm>
        </p:spPr>
        <p:txBody>
          <a:bodyPr/>
          <a:lstStyle/>
          <a:p>
            <a:r>
              <a:rPr lang="es-ES" dirty="0">
                <a:hlinkClick r:id="rId2"/>
              </a:rPr>
              <a:t>http://puntocomnoesunlenguaje.blogspot.com.co/2012/07/normal-0-21-false-false-false_103</a:t>
            </a:r>
            <a:r>
              <a:rPr lang="es-ES">
                <a:hlinkClick r:id="rId2"/>
              </a:rPr>
              <a:t>.html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8847103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263</TotalTime>
  <Words>377</Words>
  <Application>Microsoft Office PowerPoint</Application>
  <PresentationFormat>Panorámica</PresentationFormat>
  <Paragraphs>24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Arial</vt:lpstr>
      <vt:lpstr>Corbel</vt:lpstr>
      <vt:lpstr>Parallax</vt:lpstr>
      <vt:lpstr>ENCAPSULAMIENTO</vt:lpstr>
      <vt:lpstr>Encapsulamiento</vt:lpstr>
      <vt:lpstr>Ejemplo de encapsulamiento</vt:lpstr>
      <vt:lpstr>Método set</vt:lpstr>
      <vt:lpstr>Método get</vt:lpstr>
      <vt:lpstr>Bibliografía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CONSTRUCTORES Y DESTRUCTORES</dc:title>
  <dc:creator>Freddy_M</dc:creator>
  <cp:lastModifiedBy>Usuario</cp:lastModifiedBy>
  <cp:revision>28</cp:revision>
  <dcterms:created xsi:type="dcterms:W3CDTF">2017-08-24T17:21:39Z</dcterms:created>
  <dcterms:modified xsi:type="dcterms:W3CDTF">2026-07-30T18:14:17Z</dcterms:modified>
</cp:coreProperties>
</file>