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3" r:id="rId5"/>
    <p:sldId id="260" r:id="rId6"/>
    <p:sldId id="262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CDDCB-3575-4846-A0C6-7C8FE01A0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BD06A8-E64F-4A67-9965-C0C4305035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8C13D1-36A1-4477-A74A-8C6B54E1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65AC-D1E6-401C-A534-D74C5CAA812B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D8E953-0A42-44BD-9C22-66FFCDB9F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DF191C-2E54-4B7C-AB28-18BD2A258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D48-393B-49CE-956D-8538224C15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137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030611-A68D-4C8C-BC9A-73CD98C09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96D68A-8EE5-4150-8975-13E30627E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954271-7390-4B8C-826D-C62441E5C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65AC-D1E6-401C-A534-D74C5CAA812B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53DC3A-2E8B-461C-9A42-72E7EF18E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8FCB1A-B70B-42DE-827F-543360B2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D48-393B-49CE-956D-8538224C15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0645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0ADEE-10C5-4209-8EF6-C9384780E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890E36-1416-4745-B34D-98DB95DDE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63B10C-FB53-41AC-922E-8200CCBEC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65AC-D1E6-401C-A534-D74C5CAA812B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2E5F49-8635-4CA2-A26C-259C23C7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0C04F3-601C-48A0-9300-E1582984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D48-393B-49CE-956D-8538224C15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618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234F3-95CE-411F-BE4C-D0535DD87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6C8D67-FAE9-4305-98A1-FCF71BB6E0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1EA4AF-6730-4DAD-9C7D-835B1F519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38FDC0-7820-412C-B56C-CCF0EB901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65AC-D1E6-401C-A534-D74C5CAA812B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5E1764-E8D4-475D-BE0E-B9E7CCA9E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041441-FE4E-4AD2-AC51-918F355F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D48-393B-49CE-956D-8538224C15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2181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DDA1E-35E2-48C6-8625-A1147102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65FE48-E92B-4C28-8259-D65A89A0A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4577DF-D4C7-4153-B2A9-8D715966C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0149B7-4E3F-4CA7-99EF-719C8F26DB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6CB225-A952-4CBC-BC31-2353997456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1140378-CCD7-4392-8F6B-92CFA14D3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65AC-D1E6-401C-A534-D74C5CAA812B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F9F3DCA-C9F0-48D6-9EB3-4C28C8935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8A21A9E-DF61-450D-B0D7-F0F3114F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D48-393B-49CE-956D-8538224C15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8703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2047FF-1FE6-4853-A530-53E9CFB34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C7B522-A9AD-49CA-9E46-0C4505CDC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65AC-D1E6-401C-A534-D74C5CAA812B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41F1522-6E55-4F4F-AC84-5EC085F5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57D2646-2253-473B-AEFD-0DC506BEE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D48-393B-49CE-956D-8538224C15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456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5F224A5-B90D-4789-9F70-27300C36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65AC-D1E6-401C-A534-D74C5CAA812B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05759D-978E-4C59-9C6E-184021E5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F09DCC-45C9-4CCD-8A09-F455999C9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D48-393B-49CE-956D-8538224C15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2091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D6342-0D59-4021-9DEA-3CD1BEF0F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007DFF-E7C0-4353-96AF-04F9931D4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448EB0-60C0-4B71-B262-16110BAD3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0D6B03-ED57-4027-A8C4-F1101BC21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65AC-D1E6-401C-A534-D74C5CAA812B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2DD063-A3C6-45F3-B6A8-E47A028B6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36616E-2D80-4061-B18A-5997E186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D48-393B-49CE-956D-8538224C15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0122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40F93-E1AD-4B5D-B8EC-552F9C45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5D315B6-2525-4FC7-AF39-7F682EAF2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95343CB-C45B-4ACC-B5D2-FD69C0CFA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EF56AD-D422-4D3C-898B-7B9761E57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65AC-D1E6-401C-A534-D74C5CAA812B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44F480-C147-4431-8AA3-648F5CBB6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591115-D5A3-45E2-9FC4-1D53FC80E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D48-393B-49CE-956D-8538224C15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0865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5364D-5DF9-47AD-A735-13BEF65B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E0762F-A13B-4D84-A238-6B92C60F6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703CC3-03B7-4634-96B3-E37965ABB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65AC-D1E6-401C-A534-D74C5CAA812B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70ECD9-0A25-453F-97FA-5AA8A26C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AC127B-AA9B-4C24-A785-C6C17E695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D48-393B-49CE-956D-8538224C15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8311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18301B-CAB8-477B-94C5-CD1425897C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E334AD-60E4-492A-BDF4-1BA0AF0C3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FE2446-35CD-4E39-A890-42F98374D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65AC-D1E6-401C-A534-D74C5CAA812B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1DF195-9F48-46E1-B1BB-66D602305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68C942-13D8-458D-8311-CB0D88C3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3D48-393B-49CE-956D-8538224C15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5654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DF02C23-6054-4394-A8ED-2E2BD98D4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A1287F-690A-4C8F-AB7F-E98091258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E09E26-A7EE-4372-A7DA-67177ADEF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665AC-D1E6-401C-A534-D74C5CAA812B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38A9AE-4727-4325-87CB-FE632AD0F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9CC364-BE0E-4762-A3B7-775DFCC4B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23D48-393B-49CE-956D-8538224C15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7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83CE07-D7F2-4A3E-B492-1F234E220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41" y="1408617"/>
            <a:ext cx="10041367" cy="968823"/>
          </a:xfrm>
        </p:spPr>
        <p:txBody>
          <a:bodyPr/>
          <a:lstStyle/>
          <a:p>
            <a:pPr algn="ctr"/>
            <a:r>
              <a:rPr lang="es-MX" dirty="0"/>
              <a:t>Spring </a:t>
            </a:r>
            <a:r>
              <a:rPr lang="es-MX" dirty="0" err="1"/>
              <a:t>Boot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CB6E34-3327-4A19-B92F-5D4E0A657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37361"/>
            <a:ext cx="10005508" cy="3516013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endParaRPr lang="es-MX" dirty="0"/>
          </a:p>
          <a:p>
            <a:pPr marL="0" indent="0" algn="r">
              <a:buNone/>
            </a:pPr>
            <a:endParaRPr lang="es-MX" dirty="0"/>
          </a:p>
          <a:p>
            <a:pPr marL="0" indent="0" algn="r">
              <a:buNone/>
            </a:pPr>
            <a:endParaRPr lang="es-MX" dirty="0"/>
          </a:p>
          <a:p>
            <a:pPr marL="0" indent="0" algn="r">
              <a:buNone/>
            </a:pPr>
            <a:r>
              <a:rPr lang="es-MX" dirty="0"/>
              <a:t>Por: Freddy Moscoso Ceballos</a:t>
            </a:r>
            <a:endParaRPr lang="es-CO" dirty="0"/>
          </a:p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52327FA-BCDA-4369-974D-1E09BC65C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937" y="3065817"/>
            <a:ext cx="4133683" cy="26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329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F7AB0-3756-41DE-9C47-0E50F29E8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6121"/>
            <a:ext cx="10515600" cy="1110411"/>
          </a:xfrm>
        </p:spPr>
        <p:txBody>
          <a:bodyPr/>
          <a:lstStyle/>
          <a:p>
            <a:pPr algn="ctr"/>
            <a:r>
              <a:rPr lang="es-MX" b="1" dirty="0"/>
              <a:t>Definición Spring</a:t>
            </a:r>
            <a:r>
              <a:rPr lang="es-MX" dirty="0"/>
              <a:t> </a:t>
            </a:r>
            <a:r>
              <a:rPr lang="es-MX" b="1" dirty="0" err="1"/>
              <a:t>Boot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CC6B44-71DD-4B8C-A554-06E7E44FB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4739"/>
            <a:ext cx="10515600" cy="283226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MX" dirty="0"/>
              <a:t>Es un marco de trabajo (</a:t>
            </a:r>
            <a:r>
              <a:rPr lang="es-MX" dirty="0" err="1"/>
              <a:t>framework</a:t>
            </a:r>
            <a:r>
              <a:rPr lang="es-MX" dirty="0"/>
              <a:t>) para desarrollar aplicaciones en Java de manera rápida y fácil.</a:t>
            </a:r>
            <a:endParaRPr lang="es-MX" b="0" dirty="0">
              <a:effectLst/>
            </a:endParaRPr>
          </a:p>
          <a:p>
            <a:pPr algn="just"/>
            <a:r>
              <a:rPr lang="es-MX" dirty="0"/>
              <a:t>Ofrece un amplio conjunto de características que pueden ayudar a los desarrolladores a crear aplicaciones escalables y resistentes. Por ejemplo, tiene integración con muchos sistemas de bases de datos, así como con tecnologías web como REST, </a:t>
            </a:r>
            <a:r>
              <a:rPr lang="es-MX" dirty="0" err="1"/>
              <a:t>WebSocket</a:t>
            </a:r>
            <a:r>
              <a:rPr lang="es-MX" dirty="0"/>
              <a:t> (protocolo de red basado en TCP que establece cómo deben intercambiarse datos entre redes) y mucho más.</a:t>
            </a:r>
            <a:endParaRPr lang="es-MX" b="0" dirty="0">
              <a:effectLst/>
            </a:endParaRPr>
          </a:p>
          <a:p>
            <a:pPr marL="0" indent="0">
              <a:buNone/>
            </a:pPr>
            <a:br>
              <a:rPr lang="es-MX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34412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26020-B7ED-4207-8F9F-39DA382C2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¿Como ingresar al Spring </a:t>
            </a:r>
            <a:r>
              <a:rPr lang="es-MX" b="1" dirty="0" err="1"/>
              <a:t>Boot</a:t>
            </a:r>
            <a:r>
              <a:rPr lang="es-MX" b="1" dirty="0"/>
              <a:t>? 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CB3D98-31B3-4BBA-9495-75958FB30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3352"/>
            <a:ext cx="10515600" cy="4351338"/>
          </a:xfrm>
        </p:spPr>
        <p:txBody>
          <a:bodyPr/>
          <a:lstStyle/>
          <a:p>
            <a:r>
              <a:rPr lang="es-MX" dirty="0"/>
              <a:t>Digitar en un navegar Spring </a:t>
            </a:r>
            <a:r>
              <a:rPr lang="es-MX" dirty="0" err="1"/>
              <a:t>Initializr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endParaRPr lang="es-MX" dirty="0"/>
          </a:p>
          <a:p>
            <a:pPr marL="0" indent="0">
              <a:buNone/>
            </a:pPr>
            <a:endParaRPr lang="es-MX" dirty="0"/>
          </a:p>
          <a:p>
            <a:pPr algn="just"/>
            <a:r>
              <a:rPr lang="es-MX" sz="2600" dirty="0"/>
              <a:t>Maven y </a:t>
            </a:r>
            <a:r>
              <a:rPr lang="es-MX" sz="2600" dirty="0" err="1"/>
              <a:t>Gradle</a:t>
            </a:r>
            <a:r>
              <a:rPr lang="es-MX" sz="2600" dirty="0"/>
              <a:t> son herramientas populares de gestión de dependencias y construcción de proyectos en el ecosistema de Java</a:t>
            </a:r>
          </a:p>
          <a:p>
            <a:pPr algn="just"/>
            <a:r>
              <a:rPr lang="es-MX" dirty="0"/>
              <a:t>El lenguaje a seleccionar es Java que es mas universidad y la versión del Spring </a:t>
            </a:r>
            <a:r>
              <a:rPr lang="es-MX" dirty="0" err="1"/>
              <a:t>Boot</a:t>
            </a:r>
            <a:r>
              <a:rPr lang="es-MX" dirty="0"/>
              <a:t> no debe ser la ultima por cuestión de estabilidad </a:t>
            </a:r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618975C-F713-4E14-85E7-FDCE2DAD9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592" y="1984301"/>
            <a:ext cx="5162815" cy="288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7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C0EF5-8CB8-4DB3-BD40-F3112AA0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71578E9-1961-4BD6-8AFA-028788E49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2876" y="2588346"/>
            <a:ext cx="4826248" cy="2825895"/>
          </a:xfrm>
        </p:spPr>
      </p:pic>
    </p:spTree>
    <p:extLst>
      <p:ext uri="{BB962C8B-B14F-4D97-AF65-F5344CB8AC3E}">
        <p14:creationId xmlns:p14="http://schemas.microsoft.com/office/powerpoint/2010/main" val="3809606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0EE23-B601-4C0C-837D-DA7142BDE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1369"/>
            <a:ext cx="10515600" cy="819319"/>
          </a:xfrm>
        </p:spPr>
        <p:txBody>
          <a:bodyPr/>
          <a:lstStyle/>
          <a:p>
            <a:pPr algn="ctr"/>
            <a:r>
              <a:rPr lang="es-MX" b="1" dirty="0"/>
              <a:t>¿Como ingresar al Spring </a:t>
            </a:r>
            <a:r>
              <a:rPr lang="es-MX" b="1" dirty="0" err="1"/>
              <a:t>Boot</a:t>
            </a:r>
            <a:r>
              <a:rPr lang="es-MX" b="1" dirty="0"/>
              <a:t>? </a:t>
            </a:r>
            <a:endParaRPr lang="es-CO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D0C9843-12F1-4AB9-BBF7-7299D4A99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s-MX" dirty="0"/>
          </a:p>
          <a:p>
            <a:endParaRPr lang="es-MX" dirty="0"/>
          </a:p>
          <a:p>
            <a:pPr marL="0" indent="0">
              <a:buNone/>
            </a:pPr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Llenar los datos según las necesidades</a:t>
            </a:r>
          </a:p>
          <a:p>
            <a:r>
              <a:rPr lang="es-MX" dirty="0"/>
              <a:t>Se recomienda seleccionar Jar como empaquetado y la versión del JDK que este instalado en su equipo</a:t>
            </a: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5565B13-2DD0-4006-858E-7A125D30E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809" y="1623146"/>
            <a:ext cx="4826248" cy="282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174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B5549-BE6D-44E9-9770-6505DF3D1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9251"/>
            <a:ext cx="10515600" cy="989705"/>
          </a:xfrm>
        </p:spPr>
        <p:txBody>
          <a:bodyPr/>
          <a:lstStyle/>
          <a:p>
            <a:pPr algn="ctr"/>
            <a:r>
              <a:rPr lang="es-MX" b="1" dirty="0"/>
              <a:t>¿Como ingresar al Spring </a:t>
            </a:r>
            <a:r>
              <a:rPr lang="es-MX" b="1" dirty="0" err="1"/>
              <a:t>Boot</a:t>
            </a:r>
            <a:r>
              <a:rPr lang="es-MX" b="1" dirty="0"/>
              <a:t>? 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34F798-CF17-4720-A1AD-50505407E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956"/>
            <a:ext cx="10515600" cy="4467599"/>
          </a:xfrm>
        </p:spPr>
        <p:txBody>
          <a:bodyPr>
            <a:normAutofit fontScale="47500" lnSpcReduction="20000"/>
          </a:bodyPr>
          <a:lstStyle/>
          <a:p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endParaRPr lang="es-MX" sz="4700" dirty="0"/>
          </a:p>
          <a:p>
            <a:r>
              <a:rPr lang="es-MX" sz="4700" dirty="0"/>
              <a:t>Seleccionar las dependencias necesarias para el desarrollo del proyecto</a:t>
            </a:r>
          </a:p>
          <a:p>
            <a:pPr algn="just"/>
            <a:r>
              <a:rPr lang="es-MX" sz="4700" dirty="0"/>
              <a:t>Spring Web proporciona la funcionalidad principal para construir aplicaciones web y servicios </a:t>
            </a:r>
            <a:r>
              <a:rPr lang="es-MX" sz="4700" dirty="0" err="1"/>
              <a:t>RESTful</a:t>
            </a:r>
            <a:r>
              <a:rPr lang="es-MX" sz="4700" dirty="0"/>
              <a:t> utilizando el patrón MVC (</a:t>
            </a:r>
            <a:r>
              <a:rPr lang="es-MX" sz="4700" dirty="0" err="1"/>
              <a:t>Model</a:t>
            </a:r>
            <a:r>
              <a:rPr lang="es-MX" sz="4700" dirty="0"/>
              <a:t>-View-</a:t>
            </a:r>
            <a:r>
              <a:rPr lang="es-MX" sz="4700" dirty="0" err="1"/>
              <a:t>Controller</a:t>
            </a:r>
            <a:r>
              <a:rPr lang="es-MX" sz="4700" dirty="0"/>
              <a:t>)</a:t>
            </a:r>
          </a:p>
          <a:p>
            <a:pPr algn="just"/>
            <a:r>
              <a:rPr lang="es-MX" sz="4700" dirty="0"/>
              <a:t> Reinicializa de forma automática nuestras aplicaciones cada vez que se produce un cambio en nuestro código.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C468786-2C6A-41B6-A258-841CA254E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665" y="1365144"/>
            <a:ext cx="5232669" cy="412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2593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233</Words>
  <Application>Microsoft Office PowerPoint</Application>
  <PresentationFormat>Panorámica</PresentationFormat>
  <Paragraphs>40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Spring Boot</vt:lpstr>
      <vt:lpstr>Definición Spring Boot</vt:lpstr>
      <vt:lpstr>¿Como ingresar al Spring Boot? </vt:lpstr>
      <vt:lpstr>Presentación de PowerPoint</vt:lpstr>
      <vt:lpstr>¿Como ingresar al Spring Boot? </vt:lpstr>
      <vt:lpstr>¿Como ingresar al Spring Boot?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Miguel  Antonio Florez  Taborda</dc:creator>
  <cp:lastModifiedBy>desarrollo</cp:lastModifiedBy>
  <cp:revision>12</cp:revision>
  <dcterms:created xsi:type="dcterms:W3CDTF">2025-02-27T13:43:01Z</dcterms:created>
  <dcterms:modified xsi:type="dcterms:W3CDTF">2026-02-20T00:26:59Z</dcterms:modified>
</cp:coreProperties>
</file>